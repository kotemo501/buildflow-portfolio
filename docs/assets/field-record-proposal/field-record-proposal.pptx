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7018b6c4a64ca4" /><Relationship Type="http://schemas.openxmlformats.org/officeDocument/2006/relationships/extended-properties" Target="/docProps/app.xml" Id="R471bca7d7d7f4933" /><Relationship Type="http://schemas.openxmlformats.org/officeDocument/2006/relationships/officeDocument" Target="/ppt/presentation.xml" Id="R46dfdcbdd37c4cfa" /></Relationships>
</file>

<file path=ppt/presentation.xml><?xml version="1.0" encoding="utf-8"?>
<p:presentation xmlns:p="http://schemas.openxmlformats.org/presentationml/2006/main">
  <p:sldMasterIdLst>
    <p:sldMasterId xmlns:r="http://schemas.openxmlformats.org/officeDocument/2006/relationships" id="2147483648" r:id="R20e3bae3df574f72"/>
  </p:sldMasterIdLst>
  <p:notesMasterIdLst>
    <p:notesMasterId xmlns:r="http://schemas.openxmlformats.org/officeDocument/2006/relationships" r:id="Ra869258916f94cc7"/>
  </p:notesMasterIdLst>
  <p:sldIdLst>
    <p:sldId xmlns:r="http://schemas.openxmlformats.org/officeDocument/2006/relationships" id="256" r:id="R7595019b98af411b"/>
    <p:sldId xmlns:r="http://schemas.openxmlformats.org/officeDocument/2006/relationships" id="257" r:id="R576a13dcd86f405b"/>
    <p:sldId xmlns:r="http://schemas.openxmlformats.org/officeDocument/2006/relationships" id="258" r:id="Rb0713e612b0a47a7"/>
    <p:sldId xmlns:r="http://schemas.openxmlformats.org/officeDocument/2006/relationships" id="259" r:id="Rc35e2c68aacd469d"/>
    <p:sldId xmlns:r="http://schemas.openxmlformats.org/officeDocument/2006/relationships" id="260" r:id="Rdaf4f7f210a4463b"/>
    <p:sldId xmlns:r="http://schemas.openxmlformats.org/officeDocument/2006/relationships" id="261" r:id="R99baf5d7114c4853"/>
    <p:sldId xmlns:r="http://schemas.openxmlformats.org/officeDocument/2006/relationships" id="262" r:id="R9a40b72e287049f1"/>
    <p:sldId xmlns:r="http://schemas.openxmlformats.org/officeDocument/2006/relationships" id="263" r:id="R4c1ad2d01f6c4d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cd5ff9fa3f4365" /><Relationship Type="http://schemas.openxmlformats.org/officeDocument/2006/relationships/slideMaster" Target="/ppt/slideMasters/slideMaster1.xml" Id="R20e3bae3df574f72" /><Relationship Type="http://schemas.openxmlformats.org/officeDocument/2006/relationships/notesMaster" Target="/ppt/notesMasters/notesMaster1.xml" Id="Ra869258916f94cc7" /><Relationship Type="http://schemas.openxmlformats.org/officeDocument/2006/relationships/presProps" Target="/ppt/presProps.xml" Id="R44ffe97cc3444b9f" /><Relationship Type="http://schemas.openxmlformats.org/officeDocument/2006/relationships/tableStyles" Target="/ppt/tableStyles.xml" Id="R5d13d97cb82d40f6" /><Relationship Type="http://schemas.openxmlformats.org/officeDocument/2006/relationships/slide" Target="/ppt/slides/slide1.xml" Id="R7595019b98af411b" /><Relationship Type="http://schemas.openxmlformats.org/officeDocument/2006/relationships/slide" Target="/ppt/slides/slide2.xml" Id="R576a13dcd86f405b" /><Relationship Type="http://schemas.openxmlformats.org/officeDocument/2006/relationships/slide" Target="/ppt/slides/slide3.xml" Id="Rb0713e612b0a47a7" /><Relationship Type="http://schemas.openxmlformats.org/officeDocument/2006/relationships/slide" Target="/ppt/slides/slide4.xml" Id="Rc35e2c68aacd469d" /><Relationship Type="http://schemas.openxmlformats.org/officeDocument/2006/relationships/slide" Target="/ppt/slides/slide5.xml" Id="Rdaf4f7f210a4463b" /><Relationship Type="http://schemas.openxmlformats.org/officeDocument/2006/relationships/slide" Target="/ppt/slides/slide6.xml" Id="R99baf5d7114c4853" /><Relationship Type="http://schemas.openxmlformats.org/officeDocument/2006/relationships/slide" Target="/ppt/slides/slide7.xml" Id="R9a40b72e287049f1" /><Relationship Type="http://schemas.openxmlformats.org/officeDocument/2006/relationships/slide" Target="/ppt/slides/slide8.xml" Id="R4c1ad2d01f6c4d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261325560a42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d255f1402a4150" /><Relationship Type="http://schemas.openxmlformats.org/officeDocument/2006/relationships/notesMaster" Target="/ppt/notesMasters/notesMaster1.xml" Id="R2ae96d056d7549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ff0e6a9ea246aa" /><Relationship Type="http://schemas.openxmlformats.org/officeDocument/2006/relationships/notesMaster" Target="/ppt/notesMasters/notesMaster1.xml" Id="Ra065f0bbde134f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4ebd7180cc470b" /><Relationship Type="http://schemas.openxmlformats.org/officeDocument/2006/relationships/notesMaster" Target="/ppt/notesMasters/notesMaster1.xml" Id="R8eb037f8aeb04e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8095851abc4b92" /><Relationship Type="http://schemas.openxmlformats.org/officeDocument/2006/relationships/notesMaster" Target="/ppt/notesMasters/notesMaster1.xml" Id="Rd475ef61ceea43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5688f54a9b45df" /><Relationship Type="http://schemas.openxmlformats.org/officeDocument/2006/relationships/notesMaster" Target="/ppt/notesMasters/notesMaster1.xml" Id="R8163bc644e5547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5bcc941a1d482e" /><Relationship Type="http://schemas.openxmlformats.org/officeDocument/2006/relationships/notesMaster" Target="/ppt/notesMasters/notesMaster1.xml" Id="R5e8e5961d7124c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785db96d404b86" /><Relationship Type="http://schemas.openxmlformats.org/officeDocument/2006/relationships/notesMaster" Target="/ppt/notesMasters/notesMaster1.xml" Id="R0462466390554b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abaa8143bf4e09" /><Relationship Type="http://schemas.openxmlformats.org/officeDocument/2006/relationships/notesMaster" Target="/ppt/notesMasters/notesMaster1.xml" Id="Rc0b524eb5f384d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[作品の前提]</a:t>
            </a:r>
          </a:p>
          <a:p xmlns:a="http://schemas.openxmlformats.org/drawingml/2006/main">
            <a:r>
              <a:t>自主制作の想定提案です。工事写真の登録・確認・差し戻し・完了確認に範囲を限定し、実在企業の業務・実績・効果数値は使用していません。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[想定状況]</a:t>
            </a:r>
          </a:p>
          <a:p xmlns:a="http://schemas.openxmlformats.org/drawingml/2006/main">
            <a:r>
              <a:t>写真、管理表、連絡、個人メモが分かれている仮説を置いています。実案件の現状分析結果ではありません。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[情報設計]</a:t>
            </a:r>
          </a:p>
          <a:p xmlns:a="http://schemas.openxmlformats.org/drawingml/2006/main">
            <a:r>
              <a:t>案件、工区・工程、写真記録、確認結果の4階層を想定しています。項目名と必須条件は要ヒアリングです。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[役割]</a:t>
            </a:r>
          </a:p>
          <a:p xmlns:a="http://schemas.openxmlformats.org/drawingml/2006/main">
            <a:r>
              <a:t>撮影者と確認者の役割、差し戻し時の往復を示しています。権限・通知先・期限は未確定です。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[画面項目]</a:t>
            </a:r>
          </a:p>
          <a:p xmlns:a="http://schemas.openxmlformats.org/drawingml/2006/main">
            <a:r>
              <a:t>架空データによる一覧例です。表はPowerPointのネイティブ表で、行・列・文言を編集できます。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[試行準備]</a:t>
            </a:r>
          </a:p>
          <a:p xmlns:a="http://schemas.openxmlformats.org/drawingml/2006/main">
            <a:r>
              <a:t>対象、必須項目、判定、保管、終了条件を合意してから期間と人数を設定する構成です。固定日程は置いていません。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[試行中の確認]</a:t>
            </a:r>
          </a:p>
          <a:p xmlns:a="http://schemas.openxmlformats.org/drawingml/2006/main">
            <a:r>
              <a:t>結果値ではなく、記録漏れ・照合・差し戻し・担当不明が起きた場面を記録する想定です。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[確認事項]</a:t>
            </a:r>
          </a:p>
          <a:p xmlns:a="http://schemas.openxmlformats.org/drawingml/2006/main">
            <a:r>
              <a:t>実運用へ置き換えるために必要な資料と未確定事項を示しています。建設業務の専門監修は受けていません。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836b05be524c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33a4aac43448c4" /><Relationship Type="http://schemas.openxmlformats.org/officeDocument/2006/relationships/slideLayout" Target="/ppt/slideLayouts/slideLayout1.xml" Id="R946bb179dcfe43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6bb179dcfe43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07dd576c574c3e" /><Relationship Type="http://schemas.openxmlformats.org/officeDocument/2006/relationships/notesSlide" Target="/ppt/notesSlides/notesSlide1.xml" Id="Rbfc91546e15041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0530b56b6c475d" /><Relationship Type="http://schemas.openxmlformats.org/officeDocument/2006/relationships/notesSlide" Target="/ppt/notesSlides/notesSlide2.xml" Id="R38a483c0307342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46e67983744974" /><Relationship Type="http://schemas.openxmlformats.org/officeDocument/2006/relationships/notesSlide" Target="/ppt/notesSlides/notesSlide3.xml" Id="R6e085fe6423248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05ef2cc7794fa8" /><Relationship Type="http://schemas.openxmlformats.org/officeDocument/2006/relationships/notesSlide" Target="/ppt/notesSlides/notesSlide4.xml" Id="R9014320c996e42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edf038310d458f" /><Relationship Type="http://schemas.openxmlformats.org/officeDocument/2006/relationships/notesSlide" Target="/ppt/notesSlides/notesSlide5.xml" Id="R7340925b56504a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741b0edb0c4b96" /><Relationship Type="http://schemas.openxmlformats.org/officeDocument/2006/relationships/notesSlide" Target="/ppt/notesSlides/notesSlide6.xml" Id="R3ed5f9de1a824d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a9a0946b12454a" /><Relationship Type="http://schemas.openxmlformats.org/officeDocument/2006/relationships/notesSlide" Target="/ppt/notesSlides/notesSlide7.xml" Id="Ree9a1d4a05e54c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e7740c1c5a45f3" /><Relationship Type="http://schemas.openxmlformats.org/officeDocument/2006/relationships/notesSlide" Target="/ppt/notesSlides/notesSlide8.xml" Id="R53574a2a452b4b2f" /></Relationships>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8" name="cover-rail">
            <a:extLst xmlns:a="http://schemas.openxmlformats.org/drawingml/2006/main">
              <a:ext uri="{FF2B5EF4-FFF2-40B4-BE49-F238E27FC236}">
                <a16:creationId xmlns:a16="http://schemas.microsoft.com/office/drawing/2014/main" id="{2A38B6CE-31FB-4994-B1EB-755DA8C80D4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84414"/>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65E6B9E5-4B2C-403C-8CBE-E9C523482909}"/>
              </a:ext>
            </a:extLst>
          </p:cNvPr>
          <p:cNvSpPr>
            <a:spLocks xmlns:a="http://schemas.openxmlformats.org/drawingml/2006/main" noGrp="1"/>
          </p:cNvSpPr>
          <p:nvPr/>
        </p:nvSpPr>
        <p:spPr>
          <a:xfrm xmlns:a="http://schemas.openxmlformats.org/drawingml/2006/main">
            <a:off x="609600" y="4953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75" b="1">
                <a:solidFill>
                  <a:srgbClr val="A84414"/>
                </a:solidFill>
                <a:latin typeface="Hiragino Sans"/>
                <a:ea typeface="Hiragino Sans"/>
                <a:cs typeface="Hiragino Sans"/>
              </a:defRPr>
            </a:pPr>
            <a:r>
              <a:rPr sz="975" b="1">
                <a:solidFill>
                  <a:srgbClr val="A84414"/>
                </a:solidFill>
                <a:latin typeface="Hiragino Sans"/>
                <a:ea typeface="Hiragino Sans"/>
                <a:cs typeface="Hiragino Sans"/>
              </a:rPr>
              <a:t>自主制作 / 工事写真の確認フロー提案</a:t>
            </a:r>
          </a:p>
        </p:txBody>
      </p:sp>
      <p:sp>
        <p:nvSpPr>
          <p:cNvPr id="3" name="cover-title">
            <a:extLst xmlns:a="http://schemas.openxmlformats.org/drawingml/2006/main">
              <a:ext uri="{FF2B5EF4-FFF2-40B4-BE49-F238E27FC236}">
                <a16:creationId xmlns:a16="http://schemas.microsoft.com/office/drawing/2014/main" id="{097B7088-469A-44B8-9027-250E2182752C}"/>
              </a:ext>
            </a:extLst>
          </p:cNvPr>
          <p:cNvSpPr>
            <a:spLocks xmlns:a="http://schemas.openxmlformats.org/drawingml/2006/main" noGrp="1"/>
          </p:cNvSpPr>
          <p:nvPr/>
        </p:nvSpPr>
        <p:spPr>
          <a:xfrm xmlns:a="http://schemas.openxmlformats.org/drawingml/2006/main">
            <a:off x="609600" y="1466850"/>
            <a:ext cx="73342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900" b="1">
                <a:solidFill>
                  <a:srgbClr val="0B1F33"/>
                </a:solidFill>
                <a:latin typeface="Hiragino Sans"/>
                <a:ea typeface="Hiragino Sans"/>
                <a:cs typeface="Hiragino Sans"/>
              </a:defRPr>
            </a:pPr>
            <a:r>
              <a:rPr sz="3900" b="1">
                <a:solidFill>
                  <a:srgbClr val="0B1F33"/>
                </a:solidFill>
                <a:latin typeface="Hiragino Sans"/>
                <a:ea typeface="Hiragino Sans"/>
                <a:cs typeface="Hiragino Sans"/>
              </a:rPr>
              <a:t>工事写真の登録から</a:t>
            </a:r>
          </a:p>
          <a:p xmlns:a="http://schemas.openxmlformats.org/drawingml/2006/main">
            <a:pPr algn="l">
              <a:lnSpc>
                <a:spcPct val="106000"/>
              </a:lnSpc>
              <a:buNone/>
              <a:defRPr sz="3900" b="1">
                <a:solidFill>
                  <a:srgbClr val="0B1F33"/>
                </a:solidFill>
                <a:latin typeface="Hiragino Sans"/>
                <a:ea typeface="Hiragino Sans"/>
                <a:cs typeface="Hiragino Sans"/>
              </a:defRPr>
            </a:pPr>
            <a:r>
              <a:rPr sz="3900" b="1">
                <a:solidFill>
                  <a:srgbClr val="0B1F33"/>
                </a:solidFill>
                <a:latin typeface="Hiragino Sans"/>
                <a:ea typeface="Hiragino Sans"/>
                <a:cs typeface="Hiragino Sans"/>
              </a:rPr>
              <a:t>完了確認までをつなぐ</a:t>
            </a:r>
          </a:p>
        </p:txBody>
      </p:sp>
      <p:sp>
        <p:nvSpPr>
          <p:cNvPr id="4" name="cover-subtitle">
            <a:extLst xmlns:a="http://schemas.openxmlformats.org/drawingml/2006/main">
              <a:ext uri="{FF2B5EF4-FFF2-40B4-BE49-F238E27FC236}">
                <a16:creationId xmlns:a16="http://schemas.microsoft.com/office/drawing/2014/main" id="{039DC666-D240-4C6C-93DF-230BFD48B91F}"/>
              </a:ext>
            </a:extLst>
          </p:cNvPr>
          <p:cNvSpPr>
            <a:spLocks xmlns:a="http://schemas.openxmlformats.org/drawingml/2006/main" noGrp="1"/>
          </p:cNvSpPr>
          <p:nvPr/>
        </p:nvSpPr>
        <p:spPr>
          <a:xfrm xmlns:a="http://schemas.openxmlformats.org/drawingml/2006/main">
            <a:off x="647700" y="344805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425" b="0">
                <a:solidFill>
                  <a:srgbClr val="293846"/>
                </a:solidFill>
                <a:latin typeface="Hiragino Sans"/>
                <a:ea typeface="Hiragino Sans"/>
                <a:cs typeface="Hiragino Sans"/>
              </a:defRPr>
            </a:pPr>
            <a:r>
              <a:rPr sz="1425" b="0">
                <a:solidFill>
                  <a:srgbClr val="293846"/>
                </a:solidFill>
                <a:latin typeface="Hiragino Sans"/>
                <a:ea typeface="Hiragino Sans"/>
                <a:cs typeface="Hiragino Sans"/>
              </a:rPr>
              <a:t>案件・工区・工程にひも付け、確認と差し戻しを追える構成案</a:t>
            </a:r>
          </a:p>
        </p:txBody>
      </p:sp>
      <p:sp>
        <p:nvSpPr>
          <p:cNvPr id="5" name="cover-flow-field">
            <a:extLst xmlns:a="http://schemas.openxmlformats.org/drawingml/2006/main">
              <a:ext uri="{FF2B5EF4-FFF2-40B4-BE49-F238E27FC236}">
                <a16:creationId xmlns:a16="http://schemas.microsoft.com/office/drawing/2014/main" id="{7725163B-1E58-4273-9AC8-6348112328E4}"/>
              </a:ext>
            </a:extLst>
          </p:cNvPr>
          <p:cNvSpPr>
            <a:spLocks xmlns:a="http://schemas.openxmlformats.org/drawingml/2006/main" noGrp="1"/>
          </p:cNvSpPr>
          <p:nvPr/>
        </p:nvSpPr>
        <p:spPr>
          <a:xfrm xmlns:a="http://schemas.openxmlformats.org/drawingml/2006/main">
            <a:off x="8648700" y="17335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650" b="1">
                <a:solidFill>
                  <a:srgbClr val="0B1F33"/>
                </a:solidFill>
                <a:latin typeface="Hiragino Sans"/>
                <a:ea typeface="Hiragino Sans"/>
                <a:cs typeface="Hiragino Sans"/>
              </a:defRPr>
            </a:pPr>
            <a:r>
              <a:rPr sz="1650" b="1">
                <a:solidFill>
                  <a:srgbClr val="0B1F33"/>
                </a:solidFill>
                <a:latin typeface="Hiragino Sans"/>
                <a:ea typeface="Hiragino Sans"/>
                <a:cs typeface="Hiragino Sans"/>
              </a:rPr>
              <a:t>現場</a:t>
            </a:r>
          </a:p>
        </p:txBody>
      </p:sp>
      <p:sp>
        <p:nvSpPr>
          <p:cNvPr id="6" name="cover-flow-field-box">
            <a:extLst xmlns:a="http://schemas.openxmlformats.org/drawingml/2006/main">
              <a:ext uri="{FF2B5EF4-FFF2-40B4-BE49-F238E27FC236}">
                <a16:creationId xmlns:a16="http://schemas.microsoft.com/office/drawing/2014/main" id="{34F89E3F-2892-4D47-BC56-F4B931CB0A89}"/>
              </a:ext>
            </a:extLst>
          </p:cNvPr>
          <p:cNvSpPr>
            <a:spLocks xmlns:a="http://schemas.openxmlformats.org/drawingml/2006/main" noGrp="1"/>
          </p:cNvSpPr>
          <p:nvPr/>
        </p:nvSpPr>
        <p:spPr>
          <a:xfrm xmlns:a="http://schemas.openxmlformats.org/drawingml/2006/main">
            <a:off x="8820150" y="224790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EC5CC"/>
            </a:solidFill>
            <a:prstDash val="solid"/>
          </a:ln>
        </p:spPr>
      </p:sp>
      <p:sp>
        <p:nvSpPr>
          <p:cNvPr id="7" name="cover-flow-field-copy">
            <a:extLst xmlns:a="http://schemas.openxmlformats.org/drawingml/2006/main">
              <a:ext uri="{FF2B5EF4-FFF2-40B4-BE49-F238E27FC236}">
                <a16:creationId xmlns:a16="http://schemas.microsoft.com/office/drawing/2014/main" id="{651F988D-9E4C-4304-B902-7A6AC1639A4D}"/>
              </a:ext>
            </a:extLst>
          </p:cNvPr>
          <p:cNvSpPr>
            <a:spLocks xmlns:a="http://schemas.openxmlformats.org/drawingml/2006/main" noGrp="1"/>
          </p:cNvSpPr>
          <p:nvPr/>
        </p:nvSpPr>
        <p:spPr>
          <a:xfrm xmlns:a="http://schemas.openxmlformats.org/drawingml/2006/main">
            <a:off x="8820150" y="2305050"/>
            <a:ext cx="1657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050" b="0">
                <a:solidFill>
                  <a:srgbClr val="293846"/>
                </a:solidFill>
                <a:latin typeface="Hiragino Sans"/>
                <a:ea typeface="Hiragino Sans"/>
                <a:cs typeface="Hiragino Sans"/>
              </a:defRPr>
            </a:pPr>
            <a:r>
              <a:rPr sz="1050" b="0">
                <a:solidFill>
                  <a:srgbClr val="293846"/>
                </a:solidFill>
                <a:latin typeface="Hiragino Sans"/>
                <a:ea typeface="Hiragino Sans"/>
                <a:cs typeface="Hiragino Sans"/>
              </a:rPr>
              <a:t>工区</a:t>
            </a:r>
          </a:p>
          <a:p xmlns:a="http://schemas.openxmlformats.org/drawingml/2006/main">
            <a:pPr algn="ctr">
              <a:lnSpc>
                <a:spcPct val="105000"/>
              </a:lnSpc>
              <a:buNone/>
              <a:defRPr sz="1050" b="0">
                <a:solidFill>
                  <a:srgbClr val="293846"/>
                </a:solidFill>
                <a:latin typeface="Hiragino Sans"/>
                <a:ea typeface="Hiragino Sans"/>
                <a:cs typeface="Hiragino Sans"/>
              </a:defRPr>
            </a:pPr>
            <a:r>
              <a:rPr sz="1050" b="0">
                <a:solidFill>
                  <a:srgbClr val="293846"/>
                </a:solidFill>
                <a:latin typeface="Hiragino Sans"/>
                <a:ea typeface="Hiragino Sans"/>
                <a:cs typeface="Hiragino Sans"/>
              </a:rPr>
              <a:t>工程</a:t>
            </a:r>
          </a:p>
          <a:p xmlns:a="http://schemas.openxmlformats.org/drawingml/2006/main">
            <a:pPr algn="ctr">
              <a:lnSpc>
                <a:spcPct val="105000"/>
              </a:lnSpc>
              <a:buNone/>
              <a:defRPr sz="1050" b="0">
                <a:solidFill>
                  <a:srgbClr val="293846"/>
                </a:solidFill>
                <a:latin typeface="Hiragino Sans"/>
                <a:ea typeface="Hiragino Sans"/>
                <a:cs typeface="Hiragino Sans"/>
              </a:defRPr>
            </a:pPr>
            <a:r>
              <a:rPr sz="1050" b="0">
                <a:solidFill>
                  <a:srgbClr val="293846"/>
                </a:solidFill>
                <a:latin typeface="Hiragino Sans"/>
                <a:ea typeface="Hiragino Sans"/>
                <a:cs typeface="Hiragino Sans"/>
              </a:rPr>
              <a:t>写真</a:t>
            </a:r>
          </a:p>
        </p:txBody>
      </p:sp>
      <p:sp>
        <p:nvSpPr>
          <p:cNvPr id="8" name="cover-flow-in">
            <a:extLst xmlns:a="http://schemas.openxmlformats.org/drawingml/2006/main">
              <a:ext uri="{FF2B5EF4-FFF2-40B4-BE49-F238E27FC236}">
                <a16:creationId xmlns:a16="http://schemas.microsoft.com/office/drawing/2014/main" id="{9489A023-0FA6-4C28-A6B3-71F140889F96}"/>
              </a:ext>
            </a:extLst>
          </p:cNvPr>
          <p:cNvSpPr>
            <a:spLocks xmlns:a="http://schemas.openxmlformats.org/drawingml/2006/main" noGrp="1"/>
          </p:cNvSpPr>
          <p:nvPr/>
        </p:nvSpPr>
        <p:spPr>
          <a:xfrm xmlns:a="http://schemas.openxmlformats.org/drawingml/2006/main">
            <a:off x="9658350" y="2990850"/>
            <a:ext cx="0" cy="457200"/>
          </a:xfrm>
          <a:prstGeom xmlns:a="http://schemas.openxmlformats.org/drawingml/2006/main" prst="line">
            <a:avLst/>
          </a:prstGeom>
          <a:noFill xmlns:a="http://schemas.openxmlformats.org/drawingml/2006/main"/>
          <a:ln xmlns:a="http://schemas.openxmlformats.org/drawingml/2006/main" w="28575">
            <a:solidFill>
              <a:srgbClr val="A84414"/>
            </a:solidFill>
            <a:prstDash val="solid"/>
          </a:ln>
        </p:spPr>
      </p:sp>
      <p:sp>
        <p:nvSpPr>
          <p:cNvPr id="9" name="cover-flow-record">
            <a:extLst xmlns:a="http://schemas.openxmlformats.org/drawingml/2006/main">
              <a:ext uri="{FF2B5EF4-FFF2-40B4-BE49-F238E27FC236}">
                <a16:creationId xmlns:a16="http://schemas.microsoft.com/office/drawing/2014/main" id="{81237747-75A9-4401-A7DB-E5209C2359D4}"/>
              </a:ext>
            </a:extLst>
          </p:cNvPr>
          <p:cNvSpPr>
            <a:spLocks xmlns:a="http://schemas.openxmlformats.org/drawingml/2006/main" noGrp="1"/>
          </p:cNvSpPr>
          <p:nvPr/>
        </p:nvSpPr>
        <p:spPr>
          <a:xfrm xmlns:a="http://schemas.openxmlformats.org/drawingml/2006/main">
            <a:off x="8610600" y="3448050"/>
            <a:ext cx="2095500" cy="87630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10" name="cover-flow-record-copy">
            <a:extLst xmlns:a="http://schemas.openxmlformats.org/drawingml/2006/main">
              <a:ext uri="{FF2B5EF4-FFF2-40B4-BE49-F238E27FC236}">
                <a16:creationId xmlns:a16="http://schemas.microsoft.com/office/drawing/2014/main" id="{86E308EE-8AB2-4A1B-90DA-FF64E4EF4B90}"/>
              </a:ext>
            </a:extLst>
          </p:cNvPr>
          <p:cNvSpPr>
            <a:spLocks xmlns:a="http://schemas.openxmlformats.org/drawingml/2006/main" noGrp="1"/>
          </p:cNvSpPr>
          <p:nvPr/>
        </p:nvSpPr>
        <p:spPr>
          <a:xfrm xmlns:a="http://schemas.openxmlformats.org/drawingml/2006/main">
            <a:off x="8610600" y="36766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a:solidFill>
                  <a:srgbClr val="FFFFFF"/>
                </a:solidFill>
                <a:latin typeface="Hiragino Sans"/>
                <a:ea typeface="Hiragino Sans"/>
                <a:cs typeface="Hiragino Sans"/>
              </a:defRPr>
            </a:pPr>
            <a:r>
              <a:rPr sz="1650" b="1">
                <a:solidFill>
                  <a:srgbClr val="FFFFFF"/>
                </a:solidFill>
                <a:latin typeface="Hiragino Sans"/>
                <a:ea typeface="Hiragino Sans"/>
                <a:cs typeface="Hiragino Sans"/>
              </a:rPr>
              <a:t>写真記録</a:t>
            </a:r>
          </a:p>
        </p:txBody>
      </p:sp>
      <p:sp>
        <p:nvSpPr>
          <p:cNvPr id="11" name="cover-flow-out">
            <a:extLst xmlns:a="http://schemas.openxmlformats.org/drawingml/2006/main">
              <a:ext uri="{FF2B5EF4-FFF2-40B4-BE49-F238E27FC236}">
                <a16:creationId xmlns:a16="http://schemas.microsoft.com/office/drawing/2014/main" id="{F44AE5AF-207D-4B83-BC7B-68CC42ADFBD7}"/>
              </a:ext>
            </a:extLst>
          </p:cNvPr>
          <p:cNvSpPr>
            <a:spLocks xmlns:a="http://schemas.openxmlformats.org/drawingml/2006/main" noGrp="1"/>
          </p:cNvSpPr>
          <p:nvPr/>
        </p:nvSpPr>
        <p:spPr>
          <a:xfrm xmlns:a="http://schemas.openxmlformats.org/drawingml/2006/main">
            <a:off x="9658350" y="4324350"/>
            <a:ext cx="0" cy="457200"/>
          </a:xfrm>
          <a:prstGeom xmlns:a="http://schemas.openxmlformats.org/drawingml/2006/main" prst="line">
            <a:avLst/>
          </a:prstGeom>
          <a:noFill xmlns:a="http://schemas.openxmlformats.org/drawingml/2006/main"/>
          <a:ln xmlns:a="http://schemas.openxmlformats.org/drawingml/2006/main" w="28575">
            <a:solidFill>
              <a:srgbClr val="A84414"/>
            </a:solidFill>
            <a:prstDash val="solid"/>
          </a:ln>
        </p:spPr>
      </p:sp>
      <p:sp>
        <p:nvSpPr>
          <p:cNvPr id="12" name="cover-flow-office-box">
            <a:extLst xmlns:a="http://schemas.openxmlformats.org/drawingml/2006/main">
              <a:ext uri="{FF2B5EF4-FFF2-40B4-BE49-F238E27FC236}">
                <a16:creationId xmlns:a16="http://schemas.microsoft.com/office/drawing/2014/main" id="{BA5A2E80-94B6-4741-9068-25E00E364843}"/>
              </a:ext>
            </a:extLst>
          </p:cNvPr>
          <p:cNvSpPr>
            <a:spLocks xmlns:a="http://schemas.openxmlformats.org/drawingml/2006/main" noGrp="1"/>
          </p:cNvSpPr>
          <p:nvPr/>
        </p:nvSpPr>
        <p:spPr>
          <a:xfrm xmlns:a="http://schemas.openxmlformats.org/drawingml/2006/main">
            <a:off x="8820150" y="4781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EC5CC"/>
            </a:solidFill>
            <a:prstDash val="solid"/>
          </a:ln>
        </p:spPr>
      </p:sp>
      <p:sp>
        <p:nvSpPr>
          <p:cNvPr id="13" name="cover-flow-office-copy">
            <a:extLst xmlns:a="http://schemas.openxmlformats.org/drawingml/2006/main">
              <a:ext uri="{FF2B5EF4-FFF2-40B4-BE49-F238E27FC236}">
                <a16:creationId xmlns:a16="http://schemas.microsoft.com/office/drawing/2014/main" id="{5D0A22EB-7EB9-46DE-ADB4-7FD2AA3E2B02}"/>
              </a:ext>
            </a:extLst>
          </p:cNvPr>
          <p:cNvSpPr>
            <a:spLocks xmlns:a="http://schemas.openxmlformats.org/drawingml/2006/main" noGrp="1"/>
          </p:cNvSpPr>
          <p:nvPr/>
        </p:nvSpPr>
        <p:spPr>
          <a:xfrm xmlns:a="http://schemas.openxmlformats.org/drawingml/2006/main">
            <a:off x="8820150" y="4933950"/>
            <a:ext cx="1657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5000"/>
              </a:lnSpc>
              <a:buNone/>
              <a:defRPr sz="1125" b="0">
                <a:solidFill>
                  <a:srgbClr val="293846"/>
                </a:solidFill>
                <a:latin typeface="Hiragino Sans"/>
                <a:ea typeface="Hiragino Sans"/>
                <a:cs typeface="Hiragino Sans"/>
              </a:defRPr>
            </a:pPr>
            <a:r>
              <a:rPr sz="1125" b="0">
                <a:solidFill>
                  <a:srgbClr val="293846"/>
                </a:solidFill>
                <a:latin typeface="Hiragino Sans"/>
                <a:ea typeface="Hiragino Sans"/>
                <a:cs typeface="Hiragino Sans"/>
              </a:rPr>
              <a:t>確認</a:t>
            </a:r>
          </a:p>
          <a:p xmlns:a="http://schemas.openxmlformats.org/drawingml/2006/main">
            <a:pPr algn="ctr">
              <a:lnSpc>
                <a:spcPct val="115000"/>
              </a:lnSpc>
              <a:buNone/>
              <a:defRPr sz="1125" b="0">
                <a:solidFill>
                  <a:srgbClr val="293846"/>
                </a:solidFill>
                <a:latin typeface="Hiragino Sans"/>
                <a:ea typeface="Hiragino Sans"/>
                <a:cs typeface="Hiragino Sans"/>
              </a:defRPr>
            </a:pPr>
            <a:r>
              <a:rPr sz="1125" b="0">
                <a:solidFill>
                  <a:srgbClr val="293846"/>
                </a:solidFill>
                <a:latin typeface="Hiragino Sans"/>
                <a:ea typeface="Hiragino Sans"/>
                <a:cs typeface="Hiragino Sans"/>
              </a:rPr>
              <a:t>差し戻し・完了</a:t>
            </a:r>
          </a:p>
        </p:txBody>
      </p:sp>
      <p:sp>
        <p:nvSpPr>
          <p:cNvPr id="14" name="cover-note">
            <a:extLst xmlns:a="http://schemas.openxmlformats.org/drawingml/2006/main">
              <a:ext uri="{FF2B5EF4-FFF2-40B4-BE49-F238E27FC236}">
                <a16:creationId xmlns:a16="http://schemas.microsoft.com/office/drawing/2014/main" id="{16FAE3FC-814B-423B-9367-32B1B3ECF7F2}"/>
              </a:ext>
            </a:extLst>
          </p:cNvPr>
          <p:cNvSpPr>
            <a:spLocks xmlns:a="http://schemas.openxmlformats.org/drawingml/2006/main" noGrp="1"/>
          </p:cNvSpPr>
          <p:nvPr/>
        </p:nvSpPr>
        <p:spPr>
          <a:xfrm xmlns:a="http://schemas.openxmlformats.org/drawingml/2006/main">
            <a:off x="647700" y="5753100"/>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75" b="0">
                <a:solidFill>
                  <a:srgbClr val="66717D"/>
                </a:solidFill>
                <a:latin typeface="Hiragino Sans"/>
                <a:ea typeface="Hiragino Sans"/>
                <a:cs typeface="Hiragino Sans"/>
              </a:defRPr>
            </a:pPr>
            <a:r>
              <a:rPr sz="975" b="0">
                <a:solidFill>
                  <a:srgbClr val="66717D"/>
                </a:solidFill>
                <a:latin typeface="Hiragino Sans"/>
                <a:ea typeface="Hiragino Sans"/>
                <a:cs typeface="Hiragino Sans"/>
              </a:rPr>
              <a:t>想定条件を置いて構成した提案資料サンプルです。実在企業の業務や導入効果を示すものではありません。</a:t>
            </a:r>
          </a:p>
        </p:txBody>
      </p:sp>
      <p:sp>
        <p:nvSpPr>
          <p:cNvPr id="15" name="footer-rule-1">
            <a:extLst xmlns:a="http://schemas.openxmlformats.org/drawingml/2006/main">
              <a:ext uri="{FF2B5EF4-FFF2-40B4-BE49-F238E27FC236}">
                <a16:creationId xmlns:a16="http://schemas.microsoft.com/office/drawing/2014/main" id="{9CF0FB71-3B0D-47BC-A850-87D154E629EB}"/>
              </a:ext>
            </a:extLst>
          </p:cNvPr>
          <p:cNvSpPr>
            <a:spLocks xmlns:a="http://schemas.openxmlformats.org/drawingml/2006/main" noGrp="1"/>
          </p:cNvSpPr>
          <p:nvPr/>
        </p:nvSpPr>
        <p:spPr>
          <a:xfrm xmlns:a="http://schemas.openxmlformats.org/drawingml/2006/main">
            <a:off x="533400" y="6419850"/>
            <a:ext cx="111252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16" name="footer-label-1">
            <a:extLst xmlns:a="http://schemas.openxmlformats.org/drawingml/2006/main">
              <a:ext uri="{FF2B5EF4-FFF2-40B4-BE49-F238E27FC236}">
                <a16:creationId xmlns:a16="http://schemas.microsoft.com/office/drawing/2014/main" id="{11D6BF98-62A0-426D-84A5-8D3F9405B76A}"/>
              </a:ext>
            </a:extLst>
          </p:cNvPr>
          <p:cNvSpPr>
            <a:spLocks xmlns:a="http://schemas.openxmlformats.org/drawingml/2006/main" noGrp="1"/>
          </p:cNvSpPr>
          <p:nvPr/>
        </p:nvSpPr>
        <p:spPr>
          <a:xfrm xmlns:a="http://schemas.openxmlformats.org/drawingml/2006/main">
            <a:off x="533400" y="6505575"/>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工事写真の確認フロー / 自主制作</a:t>
            </a:r>
          </a:p>
        </p:txBody>
      </p:sp>
      <p:sp>
        <p:nvSpPr>
          <p:cNvPr id="17" name="footer-page-1">
            <a:extLst xmlns:a="http://schemas.openxmlformats.org/drawingml/2006/main">
              <a:ext uri="{FF2B5EF4-FFF2-40B4-BE49-F238E27FC236}">
                <a16:creationId xmlns:a16="http://schemas.microsoft.com/office/drawing/2014/main" id="{6960062C-D31B-4123-A17F-2C1236F92108}"/>
              </a:ext>
            </a:extLst>
          </p:cNvPr>
          <p:cNvSpPr>
            <a:spLocks xmlns:a="http://schemas.openxmlformats.org/drawingml/2006/main" noGrp="1"/>
          </p:cNvSpPr>
          <p:nvPr/>
        </p:nvSpPr>
        <p:spPr>
          <a:xfrm xmlns:a="http://schemas.openxmlformats.org/drawingml/2006/main">
            <a:off x="11049000" y="6505575"/>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01</a:t>
            </a:r>
          </a:p>
        </p:txBody>
      </p:sp>
    </p:spTree>
    <p:extLst>
      <p:ext uri="{BB962C8B-B14F-4D97-AF65-F5344CB8AC3E}">
        <p14:creationId xmlns:p14="http://schemas.microsoft.com/office/powerpoint/2010/main" val="1895305990"/>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5" name="label-2">
            <a:extLst xmlns:a="http://schemas.openxmlformats.org/drawingml/2006/main">
              <a:ext uri="{FF2B5EF4-FFF2-40B4-BE49-F238E27FC236}">
                <a16:creationId xmlns:a16="http://schemas.microsoft.com/office/drawing/2014/main" id="{BB03B547-2ECB-47DF-A59F-EC12A6BC582B}"/>
              </a:ext>
            </a:extLst>
          </p:cNvPr>
          <p:cNvSpPr>
            <a:spLocks xmlns:a="http://schemas.openxmlformats.org/drawingml/2006/main" noGrp="1"/>
          </p:cNvSpPr>
          <p:nvPr/>
        </p:nvSpPr>
        <p:spPr>
          <a:xfrm xmlns:a="http://schemas.openxmlformats.org/drawingml/2006/main">
            <a:off x="533400" y="3238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defRPr sz="975" b="1">
                <a:solidFill>
                  <a:srgbClr val="66717D"/>
                </a:solidFill>
                <a:latin typeface="Hiragino Sans"/>
                <a:ea typeface="Hiragino Sans"/>
                <a:cs typeface="Hiragino Sans"/>
              </a:defRPr>
            </a:pPr>
            <a:r>
              <a:rPr sz="975" b="1">
                <a:solidFill>
                  <a:srgbClr val="66717D"/>
                </a:solidFill>
                <a:latin typeface="Hiragino Sans"/>
                <a:ea typeface="Hiragino Sans"/>
                <a:cs typeface="Hiragino Sans"/>
              </a:rPr>
              <a:t>02  想定状況</a:t>
            </a:r>
          </a:p>
        </p:txBody>
      </p:sp>
      <p:sp>
        <p:nvSpPr>
          <p:cNvPr id="2" name="title-2">
            <a:extLst xmlns:a="http://schemas.openxmlformats.org/drawingml/2006/main">
              <a:ext uri="{FF2B5EF4-FFF2-40B4-BE49-F238E27FC236}">
                <a16:creationId xmlns:a16="http://schemas.microsoft.com/office/drawing/2014/main" id="{BB0717E2-08BF-4397-8D2B-F89D89E70E01}"/>
              </a:ext>
            </a:extLst>
          </p:cNvPr>
          <p:cNvSpPr>
            <a:spLocks xmlns:a="http://schemas.openxmlformats.org/drawingml/2006/main" noGrp="1"/>
          </p:cNvSpPr>
          <p:nvPr/>
        </p:nvSpPr>
        <p:spPr>
          <a:xfrm xmlns:a="http://schemas.openxmlformats.org/drawingml/2006/main">
            <a:off x="533400" y="742950"/>
            <a:ext cx="11125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700" b="1">
                <a:solidFill>
                  <a:srgbClr val="0B1F33"/>
                </a:solidFill>
                <a:latin typeface="Hiragino Sans"/>
                <a:ea typeface="Hiragino Sans"/>
                <a:cs typeface="Hiragino Sans"/>
              </a:defRPr>
            </a:pPr>
            <a:r>
              <a:rPr sz="2700" b="1">
                <a:solidFill>
                  <a:srgbClr val="0B1F33"/>
                </a:solidFill>
                <a:latin typeface="Hiragino Sans"/>
                <a:ea typeface="Hiragino Sans"/>
                <a:cs typeface="Hiragino Sans"/>
              </a:rPr>
              <a:t>工区・工程・撮影箇所がないと、確認者が写真を照合できない</a:t>
            </a:r>
          </a:p>
        </p:txBody>
      </p:sp>
      <p:sp>
        <p:nvSpPr>
          <p:cNvPr id="3" name="title-rule-2">
            <a:extLst xmlns:a="http://schemas.openxmlformats.org/drawingml/2006/main">
              <a:ext uri="{FF2B5EF4-FFF2-40B4-BE49-F238E27FC236}">
                <a16:creationId xmlns:a16="http://schemas.microsoft.com/office/drawing/2014/main" id="{92B679C8-BB58-4658-AF5F-3686BC92BEB1}"/>
              </a:ext>
            </a:extLst>
          </p:cNvPr>
          <p:cNvSpPr>
            <a:spLocks xmlns:a="http://schemas.openxmlformats.org/drawingml/2006/main" noGrp="1"/>
          </p:cNvSpPr>
          <p:nvPr/>
        </p:nvSpPr>
        <p:spPr>
          <a:xfrm xmlns:a="http://schemas.openxmlformats.org/drawingml/2006/main">
            <a:off x="533400" y="1543050"/>
            <a:ext cx="11125200" cy="0"/>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4" name="footer-rule-2">
            <a:extLst xmlns:a="http://schemas.openxmlformats.org/drawingml/2006/main">
              <a:ext uri="{FF2B5EF4-FFF2-40B4-BE49-F238E27FC236}">
                <a16:creationId xmlns:a16="http://schemas.microsoft.com/office/drawing/2014/main" id="{E9603833-5D71-4173-BACE-28923B9DAA6C}"/>
              </a:ext>
            </a:extLst>
          </p:cNvPr>
          <p:cNvSpPr>
            <a:spLocks xmlns:a="http://schemas.openxmlformats.org/drawingml/2006/main" noGrp="1"/>
          </p:cNvSpPr>
          <p:nvPr/>
        </p:nvSpPr>
        <p:spPr>
          <a:xfrm xmlns:a="http://schemas.openxmlformats.org/drawingml/2006/main">
            <a:off x="533400" y="6419850"/>
            <a:ext cx="111252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5" name="footer-label-2">
            <a:extLst xmlns:a="http://schemas.openxmlformats.org/drawingml/2006/main">
              <a:ext uri="{FF2B5EF4-FFF2-40B4-BE49-F238E27FC236}">
                <a16:creationId xmlns:a16="http://schemas.microsoft.com/office/drawing/2014/main" id="{1727EEE6-9242-44E5-AB96-9F6E233CD539}"/>
              </a:ext>
            </a:extLst>
          </p:cNvPr>
          <p:cNvSpPr>
            <a:spLocks xmlns:a="http://schemas.openxmlformats.org/drawingml/2006/main" noGrp="1"/>
          </p:cNvSpPr>
          <p:nvPr/>
        </p:nvSpPr>
        <p:spPr>
          <a:xfrm xmlns:a="http://schemas.openxmlformats.org/drawingml/2006/main">
            <a:off x="533400" y="6505575"/>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工事写真の確認フロー / 自主制作</a:t>
            </a:r>
          </a:p>
        </p:txBody>
      </p:sp>
      <p:sp>
        <p:nvSpPr>
          <p:cNvPr id="6" name="footer-page-2">
            <a:extLst xmlns:a="http://schemas.openxmlformats.org/drawingml/2006/main">
              <a:ext uri="{FF2B5EF4-FFF2-40B4-BE49-F238E27FC236}">
                <a16:creationId xmlns:a16="http://schemas.microsoft.com/office/drawing/2014/main" id="{73FC6C22-193F-4822-AF51-1A7FBBCA61E0}"/>
              </a:ext>
            </a:extLst>
          </p:cNvPr>
          <p:cNvSpPr>
            <a:spLocks xmlns:a="http://schemas.openxmlformats.org/drawingml/2006/main" noGrp="1"/>
          </p:cNvSpPr>
          <p:nvPr/>
        </p:nvSpPr>
        <p:spPr>
          <a:xfrm xmlns:a="http://schemas.openxmlformats.org/drawingml/2006/main">
            <a:off x="11049000" y="6505575"/>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02</a:t>
            </a:r>
          </a:p>
        </p:txBody>
      </p:sp>
      <p:sp>
        <p:nvSpPr>
          <p:cNvPr id="7" name="p2-assumption-bg">
            <a:extLst xmlns:a="http://schemas.openxmlformats.org/drawingml/2006/main">
              <a:ext uri="{FF2B5EF4-FFF2-40B4-BE49-F238E27FC236}">
                <a16:creationId xmlns:a16="http://schemas.microsoft.com/office/drawing/2014/main" id="{7145A8D7-2028-410D-A48C-9AA2F7BDE072}"/>
              </a:ext>
            </a:extLst>
          </p:cNvPr>
          <p:cNvSpPr>
            <a:spLocks xmlns:a="http://schemas.openxmlformats.org/drawingml/2006/main" noGrp="1"/>
          </p:cNvSpPr>
          <p:nvPr/>
        </p:nvSpPr>
        <p:spPr>
          <a:xfrm xmlns:a="http://schemas.openxmlformats.org/drawingml/2006/main">
            <a:off x="685800" y="1905000"/>
            <a:ext cx="1866900" cy="266700"/>
          </a:xfrm>
          <a:prstGeom xmlns:a="http://schemas.openxmlformats.org/drawingml/2006/main" prst="rect">
            <a:avLst/>
          </a:prstGeom>
          <a:solidFill xmlns:a="http://schemas.openxmlformats.org/drawingml/2006/main">
            <a:srgbClr val="F7E5DB"/>
          </a:solidFill>
          <a:ln xmlns:a="http://schemas.openxmlformats.org/drawingml/2006/main" w="0">
            <a:noFill/>
            <a:prstDash val="solid"/>
          </a:ln>
        </p:spPr>
      </p:sp>
      <p:sp>
        <p:nvSpPr>
          <p:cNvPr id="8" name="p2-assumption-text">
            <a:extLst xmlns:a="http://schemas.openxmlformats.org/drawingml/2006/main">
              <a:ext uri="{FF2B5EF4-FFF2-40B4-BE49-F238E27FC236}">
                <a16:creationId xmlns:a16="http://schemas.microsoft.com/office/drawing/2014/main" id="{06B41021-8A66-4477-99B0-8A5EFB192E07}"/>
              </a:ext>
            </a:extLst>
          </p:cNvPr>
          <p:cNvSpPr>
            <a:spLocks xmlns:a="http://schemas.openxmlformats.org/drawingml/2006/main" noGrp="1"/>
          </p:cNvSpPr>
          <p:nvPr/>
        </p:nvSpPr>
        <p:spPr>
          <a:xfrm xmlns:a="http://schemas.openxmlformats.org/drawingml/2006/main">
            <a:off x="781050" y="1943100"/>
            <a:ext cx="1676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00" b="1">
                <a:solidFill>
                  <a:srgbClr val="A84414"/>
                </a:solidFill>
                <a:latin typeface="Hiragino Sans"/>
                <a:ea typeface="Hiragino Sans"/>
                <a:cs typeface="Hiragino Sans"/>
              </a:defRPr>
            </a:pPr>
            <a:r>
              <a:rPr sz="900" b="1">
                <a:solidFill>
                  <a:srgbClr val="A84414"/>
                </a:solidFill>
                <a:latin typeface="Hiragino Sans"/>
                <a:ea typeface="Hiragino Sans"/>
                <a:cs typeface="Hiragino Sans"/>
              </a:rPr>
              <a:t>この資料で置いた前提</a:t>
            </a:r>
          </a:p>
        </p:txBody>
      </p:sp>
      <p:sp>
        <p:nvSpPr>
          <p:cNvPr id="9" name="p2-source-0">
            <a:extLst xmlns:a="http://schemas.openxmlformats.org/drawingml/2006/main">
              <a:ext uri="{FF2B5EF4-FFF2-40B4-BE49-F238E27FC236}">
                <a16:creationId xmlns:a16="http://schemas.microsoft.com/office/drawing/2014/main" id="{45609A62-9033-4BCD-AF6C-1AE0C264B4D9}"/>
              </a:ext>
            </a:extLst>
          </p:cNvPr>
          <p:cNvSpPr>
            <a:spLocks xmlns:a="http://schemas.openxmlformats.org/drawingml/2006/main" noGrp="1"/>
          </p:cNvSpPr>
          <p:nvPr/>
        </p:nvSpPr>
        <p:spPr>
          <a:xfrm xmlns:a="http://schemas.openxmlformats.org/drawingml/2006/main">
            <a:off x="685800" y="24574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1">
                <a:solidFill>
                  <a:srgbClr val="0B1F33"/>
                </a:solidFill>
                <a:latin typeface="Hiragino Sans"/>
                <a:ea typeface="Hiragino Sans"/>
                <a:cs typeface="Hiragino Sans"/>
              </a:defRPr>
            </a:pPr>
            <a:r>
              <a:rPr sz="1275" b="1">
                <a:solidFill>
                  <a:srgbClr val="0B1F33"/>
                </a:solidFill>
                <a:latin typeface="Hiragino Sans"/>
                <a:ea typeface="Hiragino Sans"/>
                <a:cs typeface="Hiragino Sans"/>
              </a:rPr>
              <a:t>写真フォルダ</a:t>
            </a:r>
          </a:p>
        </p:txBody>
      </p:sp>
      <p:sp>
        <p:nvSpPr>
          <p:cNvPr id="10" name="p2-source-desc-0">
            <a:extLst xmlns:a="http://schemas.openxmlformats.org/drawingml/2006/main">
              <a:ext uri="{FF2B5EF4-FFF2-40B4-BE49-F238E27FC236}">
                <a16:creationId xmlns:a16="http://schemas.microsoft.com/office/drawing/2014/main" id="{AAB6EB17-D04E-4D4A-AC6C-FA94CB7BEEA2}"/>
              </a:ext>
            </a:extLst>
          </p:cNvPr>
          <p:cNvSpPr>
            <a:spLocks xmlns:a="http://schemas.openxmlformats.org/drawingml/2006/main" noGrp="1"/>
          </p:cNvSpPr>
          <p:nvPr/>
        </p:nvSpPr>
        <p:spPr>
          <a:xfrm xmlns:a="http://schemas.openxmlformats.org/drawingml/2006/main">
            <a:off x="2457450" y="24574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66717D"/>
                </a:solidFill>
                <a:latin typeface="Hiragino Sans"/>
                <a:ea typeface="Hiragino Sans"/>
                <a:cs typeface="Hiragino Sans"/>
              </a:defRPr>
            </a:pPr>
            <a:r>
              <a:rPr sz="1050" b="0">
                <a:solidFill>
                  <a:srgbClr val="66717D"/>
                </a:solidFill>
                <a:latin typeface="Hiragino Sans"/>
                <a:ea typeface="Hiragino Sans"/>
                <a:cs typeface="Hiragino Sans"/>
              </a:rPr>
              <a:t>工区・工程・撮影箇所との対応が分かりにくい</a:t>
            </a:r>
          </a:p>
        </p:txBody>
      </p:sp>
      <p:sp>
        <p:nvSpPr>
          <p:cNvPr id="11" name="p2-source-rule-0">
            <a:extLst xmlns:a="http://schemas.openxmlformats.org/drawingml/2006/main">
              <a:ext uri="{FF2B5EF4-FFF2-40B4-BE49-F238E27FC236}">
                <a16:creationId xmlns:a16="http://schemas.microsoft.com/office/drawing/2014/main" id="{2F10DB37-17E3-4CAA-8F5E-9FCD2D2AFEB8}"/>
              </a:ext>
            </a:extLst>
          </p:cNvPr>
          <p:cNvSpPr>
            <a:spLocks xmlns:a="http://schemas.openxmlformats.org/drawingml/2006/main" noGrp="1"/>
          </p:cNvSpPr>
          <p:nvPr/>
        </p:nvSpPr>
        <p:spPr>
          <a:xfrm xmlns:a="http://schemas.openxmlformats.org/drawingml/2006/main">
            <a:off x="685800" y="2857500"/>
            <a:ext cx="54864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12" name="p2-source-1">
            <a:extLst xmlns:a="http://schemas.openxmlformats.org/drawingml/2006/main">
              <a:ext uri="{FF2B5EF4-FFF2-40B4-BE49-F238E27FC236}">
                <a16:creationId xmlns:a16="http://schemas.microsoft.com/office/drawing/2014/main" id="{114C5CA5-09E1-4BBA-9176-E4A619B6BE45}"/>
              </a:ext>
            </a:extLst>
          </p:cNvPr>
          <p:cNvSpPr>
            <a:spLocks xmlns:a="http://schemas.openxmlformats.org/drawingml/2006/main" noGrp="1"/>
          </p:cNvSpPr>
          <p:nvPr/>
        </p:nvSpPr>
        <p:spPr>
          <a:xfrm xmlns:a="http://schemas.openxmlformats.org/drawingml/2006/main">
            <a:off x="685800" y="31242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1">
                <a:solidFill>
                  <a:srgbClr val="0B1F33"/>
                </a:solidFill>
                <a:latin typeface="Hiragino Sans"/>
                <a:ea typeface="Hiragino Sans"/>
                <a:cs typeface="Hiragino Sans"/>
              </a:defRPr>
            </a:pPr>
            <a:r>
              <a:rPr sz="1275" b="1">
                <a:solidFill>
                  <a:srgbClr val="0B1F33"/>
                </a:solidFill>
                <a:latin typeface="Hiragino Sans"/>
                <a:ea typeface="Hiragino Sans"/>
                <a:cs typeface="Hiragino Sans"/>
              </a:rPr>
              <a:t>紙の管理表</a:t>
            </a:r>
          </a:p>
        </p:txBody>
      </p:sp>
      <p:sp>
        <p:nvSpPr>
          <p:cNvPr id="13" name="p2-source-desc-1">
            <a:extLst xmlns:a="http://schemas.openxmlformats.org/drawingml/2006/main">
              <a:ext uri="{FF2B5EF4-FFF2-40B4-BE49-F238E27FC236}">
                <a16:creationId xmlns:a16="http://schemas.microsoft.com/office/drawing/2014/main" id="{CB7A4832-88D7-4D44-BF4C-EB43D3CAAFE8}"/>
              </a:ext>
            </a:extLst>
          </p:cNvPr>
          <p:cNvSpPr>
            <a:spLocks xmlns:a="http://schemas.openxmlformats.org/drawingml/2006/main" noGrp="1"/>
          </p:cNvSpPr>
          <p:nvPr/>
        </p:nvSpPr>
        <p:spPr>
          <a:xfrm xmlns:a="http://schemas.openxmlformats.org/drawingml/2006/main">
            <a:off x="2457450" y="31242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66717D"/>
                </a:solidFill>
                <a:latin typeface="Hiragino Sans"/>
                <a:ea typeface="Hiragino Sans"/>
                <a:cs typeface="Hiragino Sans"/>
              </a:defRPr>
            </a:pPr>
            <a:r>
              <a:rPr sz="1050" b="0">
                <a:solidFill>
                  <a:srgbClr val="66717D"/>
                </a:solidFill>
                <a:latin typeface="Hiragino Sans"/>
                <a:ea typeface="Hiragino Sans"/>
                <a:cs typeface="Hiragino Sans"/>
              </a:rPr>
              <a:t>確認結果や是正状態が写真と別に更新される</a:t>
            </a:r>
          </a:p>
        </p:txBody>
      </p:sp>
      <p:sp>
        <p:nvSpPr>
          <p:cNvPr id="14" name="p2-source-rule-1">
            <a:extLst xmlns:a="http://schemas.openxmlformats.org/drawingml/2006/main">
              <a:ext uri="{FF2B5EF4-FFF2-40B4-BE49-F238E27FC236}">
                <a16:creationId xmlns:a16="http://schemas.microsoft.com/office/drawing/2014/main" id="{A442593A-CE98-499C-8E26-739B6398E462}"/>
              </a:ext>
            </a:extLst>
          </p:cNvPr>
          <p:cNvSpPr>
            <a:spLocks xmlns:a="http://schemas.openxmlformats.org/drawingml/2006/main" noGrp="1"/>
          </p:cNvSpPr>
          <p:nvPr/>
        </p:nvSpPr>
        <p:spPr>
          <a:xfrm xmlns:a="http://schemas.openxmlformats.org/drawingml/2006/main">
            <a:off x="685800" y="3524250"/>
            <a:ext cx="54864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15" name="p2-source-2">
            <a:extLst xmlns:a="http://schemas.openxmlformats.org/drawingml/2006/main">
              <a:ext uri="{FF2B5EF4-FFF2-40B4-BE49-F238E27FC236}">
                <a16:creationId xmlns:a16="http://schemas.microsoft.com/office/drawing/2014/main" id="{BCEAF178-2045-443C-A5C5-13A776F54F18}"/>
              </a:ext>
            </a:extLst>
          </p:cNvPr>
          <p:cNvSpPr>
            <a:spLocks xmlns:a="http://schemas.openxmlformats.org/drawingml/2006/main" noGrp="1"/>
          </p:cNvSpPr>
          <p:nvPr/>
        </p:nvSpPr>
        <p:spPr>
          <a:xfrm xmlns:a="http://schemas.openxmlformats.org/drawingml/2006/main">
            <a:off x="685800" y="37909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1">
                <a:solidFill>
                  <a:srgbClr val="0B1F33"/>
                </a:solidFill>
                <a:latin typeface="Hiragino Sans"/>
                <a:ea typeface="Hiragino Sans"/>
                <a:cs typeface="Hiragino Sans"/>
              </a:defRPr>
            </a:pPr>
            <a:r>
              <a:rPr sz="1275" b="1">
                <a:solidFill>
                  <a:srgbClr val="0B1F33"/>
                </a:solidFill>
                <a:latin typeface="Hiragino Sans"/>
                <a:ea typeface="Hiragino Sans"/>
                <a:cs typeface="Hiragino Sans"/>
              </a:rPr>
              <a:t>メール・電話</a:t>
            </a:r>
          </a:p>
        </p:txBody>
      </p:sp>
      <p:sp>
        <p:nvSpPr>
          <p:cNvPr id="16" name="p2-source-desc-2">
            <a:extLst xmlns:a="http://schemas.openxmlformats.org/drawingml/2006/main">
              <a:ext uri="{FF2B5EF4-FFF2-40B4-BE49-F238E27FC236}">
                <a16:creationId xmlns:a16="http://schemas.microsoft.com/office/drawing/2014/main" id="{DBC45BF3-763E-45F2-93D4-5506C91F2299}"/>
              </a:ext>
            </a:extLst>
          </p:cNvPr>
          <p:cNvSpPr>
            <a:spLocks xmlns:a="http://schemas.openxmlformats.org/drawingml/2006/main" noGrp="1"/>
          </p:cNvSpPr>
          <p:nvPr/>
        </p:nvSpPr>
        <p:spPr>
          <a:xfrm xmlns:a="http://schemas.openxmlformats.org/drawingml/2006/main">
            <a:off x="2457450" y="37909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66717D"/>
                </a:solidFill>
                <a:latin typeface="Hiragino Sans"/>
                <a:ea typeface="Hiragino Sans"/>
                <a:cs typeface="Hiragino Sans"/>
              </a:defRPr>
            </a:pPr>
            <a:r>
              <a:rPr sz="1050" b="0">
                <a:solidFill>
                  <a:srgbClr val="66717D"/>
                </a:solidFill>
                <a:latin typeface="Hiragino Sans"/>
                <a:ea typeface="Hiragino Sans"/>
                <a:cs typeface="Hiragino Sans"/>
              </a:rPr>
              <a:t>差し戻し内容と再提出写真の組合せを追いにくい</a:t>
            </a:r>
          </a:p>
        </p:txBody>
      </p:sp>
      <p:sp>
        <p:nvSpPr>
          <p:cNvPr id="17" name="p2-source-rule-2">
            <a:extLst xmlns:a="http://schemas.openxmlformats.org/drawingml/2006/main">
              <a:ext uri="{FF2B5EF4-FFF2-40B4-BE49-F238E27FC236}">
                <a16:creationId xmlns:a16="http://schemas.microsoft.com/office/drawing/2014/main" id="{191AB887-E3CA-4CDE-ABD9-98690379BA0C}"/>
              </a:ext>
            </a:extLst>
          </p:cNvPr>
          <p:cNvSpPr>
            <a:spLocks xmlns:a="http://schemas.openxmlformats.org/drawingml/2006/main" noGrp="1"/>
          </p:cNvSpPr>
          <p:nvPr/>
        </p:nvSpPr>
        <p:spPr>
          <a:xfrm xmlns:a="http://schemas.openxmlformats.org/drawingml/2006/main">
            <a:off x="685800" y="4191000"/>
            <a:ext cx="54864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18" name="p2-source-3">
            <a:extLst xmlns:a="http://schemas.openxmlformats.org/drawingml/2006/main">
              <a:ext uri="{FF2B5EF4-FFF2-40B4-BE49-F238E27FC236}">
                <a16:creationId xmlns:a16="http://schemas.microsoft.com/office/drawing/2014/main" id="{7B261C84-A0DF-4992-998B-340C13B29A52}"/>
              </a:ext>
            </a:extLst>
          </p:cNvPr>
          <p:cNvSpPr>
            <a:spLocks xmlns:a="http://schemas.openxmlformats.org/drawingml/2006/main" noGrp="1"/>
          </p:cNvSpPr>
          <p:nvPr/>
        </p:nvSpPr>
        <p:spPr>
          <a:xfrm xmlns:a="http://schemas.openxmlformats.org/drawingml/2006/main">
            <a:off x="685800" y="4457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1">
                <a:solidFill>
                  <a:srgbClr val="0B1F33"/>
                </a:solidFill>
                <a:latin typeface="Hiragino Sans"/>
                <a:ea typeface="Hiragino Sans"/>
                <a:cs typeface="Hiragino Sans"/>
              </a:defRPr>
            </a:pPr>
            <a:r>
              <a:rPr sz="1275" b="1">
                <a:solidFill>
                  <a:srgbClr val="0B1F33"/>
                </a:solidFill>
                <a:latin typeface="Hiragino Sans"/>
                <a:ea typeface="Hiragino Sans"/>
                <a:cs typeface="Hiragino Sans"/>
              </a:rPr>
              <a:t>個人メモ</a:t>
            </a:r>
          </a:p>
        </p:txBody>
      </p:sp>
      <p:sp>
        <p:nvSpPr>
          <p:cNvPr id="19" name="p2-source-desc-3">
            <a:extLst xmlns:a="http://schemas.openxmlformats.org/drawingml/2006/main">
              <a:ext uri="{FF2B5EF4-FFF2-40B4-BE49-F238E27FC236}">
                <a16:creationId xmlns:a16="http://schemas.microsoft.com/office/drawing/2014/main" id="{E5CFD7C8-7DA3-4B1F-AC46-7E336335089B}"/>
              </a:ext>
            </a:extLst>
          </p:cNvPr>
          <p:cNvSpPr>
            <a:spLocks xmlns:a="http://schemas.openxmlformats.org/drawingml/2006/main" noGrp="1"/>
          </p:cNvSpPr>
          <p:nvPr/>
        </p:nvSpPr>
        <p:spPr>
          <a:xfrm xmlns:a="http://schemas.openxmlformats.org/drawingml/2006/main">
            <a:off x="2457450" y="44577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66717D"/>
                </a:solidFill>
                <a:latin typeface="Hiragino Sans"/>
                <a:ea typeface="Hiragino Sans"/>
                <a:cs typeface="Hiragino Sans"/>
              </a:defRPr>
            </a:pPr>
            <a:r>
              <a:rPr sz="1050" b="0">
                <a:solidFill>
                  <a:srgbClr val="66717D"/>
                </a:solidFill>
                <a:latin typeface="Hiragino Sans"/>
                <a:ea typeface="Hiragino Sans"/>
                <a:cs typeface="Hiragino Sans"/>
              </a:rPr>
              <a:t>確認理由や完了判定が担当者の手元に残る</a:t>
            </a:r>
          </a:p>
        </p:txBody>
      </p:sp>
      <p:sp>
        <p:nvSpPr>
          <p:cNvPr id="20" name="p2-source-rule-3">
            <a:extLst xmlns:a="http://schemas.openxmlformats.org/drawingml/2006/main">
              <a:ext uri="{FF2B5EF4-FFF2-40B4-BE49-F238E27FC236}">
                <a16:creationId xmlns:a16="http://schemas.microsoft.com/office/drawing/2014/main" id="{AFA4790E-4CD0-4B7B-92E7-389935AA9138}"/>
              </a:ext>
            </a:extLst>
          </p:cNvPr>
          <p:cNvSpPr>
            <a:spLocks xmlns:a="http://schemas.openxmlformats.org/drawingml/2006/main" noGrp="1"/>
          </p:cNvSpPr>
          <p:nvPr/>
        </p:nvSpPr>
        <p:spPr>
          <a:xfrm xmlns:a="http://schemas.openxmlformats.org/drawingml/2006/main">
            <a:off x="685800" y="4857750"/>
            <a:ext cx="54864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21" name="p2-source-to-bottleneck">
            <a:extLst xmlns:a="http://schemas.openxmlformats.org/drawingml/2006/main">
              <a:ext uri="{FF2B5EF4-FFF2-40B4-BE49-F238E27FC236}">
                <a16:creationId xmlns:a16="http://schemas.microsoft.com/office/drawing/2014/main" id="{243C48DD-DF45-4F8A-BF6E-8356E0D0B069}"/>
              </a:ext>
            </a:extLst>
          </p:cNvPr>
          <p:cNvSpPr>
            <a:spLocks xmlns:a="http://schemas.openxmlformats.org/drawingml/2006/main" noGrp="1"/>
          </p:cNvSpPr>
          <p:nvPr/>
        </p:nvSpPr>
        <p:spPr>
          <a:xfrm xmlns:a="http://schemas.openxmlformats.org/drawingml/2006/main">
            <a:off x="6172200" y="3657600"/>
            <a:ext cx="762000" cy="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22" name="p2-bottleneck">
            <a:extLst xmlns:a="http://schemas.openxmlformats.org/drawingml/2006/main">
              <a:ext uri="{FF2B5EF4-FFF2-40B4-BE49-F238E27FC236}">
                <a16:creationId xmlns:a16="http://schemas.microsoft.com/office/drawing/2014/main" id="{96E3D5FC-ACA4-498D-AE7E-EE78854E6EC2}"/>
              </a:ext>
            </a:extLst>
          </p:cNvPr>
          <p:cNvSpPr>
            <a:spLocks xmlns:a="http://schemas.openxmlformats.org/drawingml/2006/main" noGrp="1"/>
          </p:cNvSpPr>
          <p:nvPr/>
        </p:nvSpPr>
        <p:spPr>
          <a:xfrm xmlns:a="http://schemas.openxmlformats.org/drawingml/2006/main">
            <a:off x="6934200" y="2914650"/>
            <a:ext cx="1428750" cy="14668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3" name="p2-bottleneck-text">
            <a:extLst xmlns:a="http://schemas.openxmlformats.org/drawingml/2006/main">
              <a:ext uri="{FF2B5EF4-FFF2-40B4-BE49-F238E27FC236}">
                <a16:creationId xmlns:a16="http://schemas.microsoft.com/office/drawing/2014/main" id="{1CF4A1C2-3846-4583-BC34-B956A798C9C0}"/>
              </a:ext>
            </a:extLst>
          </p:cNvPr>
          <p:cNvSpPr>
            <a:spLocks xmlns:a="http://schemas.openxmlformats.org/drawingml/2006/main" noGrp="1"/>
          </p:cNvSpPr>
          <p:nvPr/>
        </p:nvSpPr>
        <p:spPr>
          <a:xfrm xmlns:a="http://schemas.openxmlformats.org/drawingml/2006/main">
            <a:off x="7086600" y="3181350"/>
            <a:ext cx="11239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工区を確認</a:t>
            </a:r>
          </a:p>
          <a:p xmlns:a="http://schemas.openxmlformats.org/drawingml/2006/main">
            <a:pPr algn="ctr">
              <a:lnSpc>
                <a:spcPct val="120000"/>
              </a:lnSpc>
              <a:buNone/>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工程を照合</a:t>
            </a:r>
          </a:p>
          <a:p xmlns:a="http://schemas.openxmlformats.org/drawingml/2006/main">
            <a:pPr algn="ctr">
              <a:lnSpc>
                <a:spcPct val="120000"/>
              </a:lnSpc>
              <a:buNone/>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撮影箇所を確認</a:t>
            </a:r>
          </a:p>
        </p:txBody>
      </p:sp>
      <p:sp>
        <p:nvSpPr>
          <p:cNvPr id="24" name="p2-bottleneck-to-result">
            <a:extLst xmlns:a="http://schemas.openxmlformats.org/drawingml/2006/main">
              <a:ext uri="{FF2B5EF4-FFF2-40B4-BE49-F238E27FC236}">
                <a16:creationId xmlns:a16="http://schemas.microsoft.com/office/drawing/2014/main" id="{08D3FB53-33C4-4C46-9613-F9C487DCEA08}"/>
              </a:ext>
            </a:extLst>
          </p:cNvPr>
          <p:cNvSpPr>
            <a:spLocks xmlns:a="http://schemas.openxmlformats.org/drawingml/2006/main" noGrp="1"/>
          </p:cNvSpPr>
          <p:nvPr/>
        </p:nvSpPr>
        <p:spPr>
          <a:xfrm xmlns:a="http://schemas.openxmlformats.org/drawingml/2006/main">
            <a:off x="8362950" y="3657600"/>
            <a:ext cx="571500" cy="0"/>
          </a:xfrm>
          <a:prstGeom xmlns:a="http://schemas.openxmlformats.org/drawingml/2006/main" prst="line">
            <a:avLst/>
          </a:prstGeom>
          <a:noFill xmlns:a="http://schemas.openxmlformats.org/drawingml/2006/main"/>
          <a:ln xmlns:a="http://schemas.openxmlformats.org/drawingml/2006/main" w="28575">
            <a:solidFill>
              <a:srgbClr val="A84414"/>
            </a:solidFill>
            <a:prstDash val="solid"/>
          </a:ln>
        </p:spPr>
      </p:sp>
      <p:sp>
        <p:nvSpPr>
          <p:cNvPr id="25" name="p2-result">
            <a:extLst xmlns:a="http://schemas.openxmlformats.org/drawingml/2006/main">
              <a:ext uri="{FF2B5EF4-FFF2-40B4-BE49-F238E27FC236}">
                <a16:creationId xmlns:a16="http://schemas.microsoft.com/office/drawing/2014/main" id="{452495FD-5FC7-4742-AC10-D67A5598EBDA}"/>
              </a:ext>
            </a:extLst>
          </p:cNvPr>
          <p:cNvSpPr>
            <a:spLocks xmlns:a="http://schemas.openxmlformats.org/drawingml/2006/main" noGrp="1"/>
          </p:cNvSpPr>
          <p:nvPr/>
        </p:nvSpPr>
        <p:spPr>
          <a:xfrm xmlns:a="http://schemas.openxmlformats.org/drawingml/2006/main">
            <a:off x="8934450" y="2400300"/>
            <a:ext cx="2533650" cy="2533650"/>
          </a:xfrm>
          <a:prstGeom xmlns:a="http://schemas.openxmlformats.org/drawingml/2006/main" prst="rect">
            <a:avLst/>
          </a:prstGeom>
          <a:solidFill xmlns:a="http://schemas.openxmlformats.org/drawingml/2006/main">
            <a:srgbClr val="FFFFFF"/>
          </a:solidFill>
          <a:ln xmlns:a="http://schemas.openxmlformats.org/drawingml/2006/main" w="9525">
            <a:solidFill>
              <a:srgbClr val="BEC5CC"/>
            </a:solidFill>
            <a:prstDash val="solid"/>
          </a:ln>
        </p:spPr>
      </p:sp>
      <p:sp>
        <p:nvSpPr>
          <p:cNvPr id="26" name="p2-result-title">
            <a:extLst xmlns:a="http://schemas.openxmlformats.org/drawingml/2006/main">
              <a:ext uri="{FF2B5EF4-FFF2-40B4-BE49-F238E27FC236}">
                <a16:creationId xmlns:a16="http://schemas.microsoft.com/office/drawing/2014/main" id="{35A6D15C-640E-4974-A4B2-A8DDD7AD4F8D}"/>
              </a:ext>
            </a:extLst>
          </p:cNvPr>
          <p:cNvSpPr>
            <a:spLocks xmlns:a="http://schemas.openxmlformats.org/drawingml/2006/main" noGrp="1"/>
          </p:cNvSpPr>
          <p:nvPr/>
        </p:nvSpPr>
        <p:spPr>
          <a:xfrm xmlns:a="http://schemas.openxmlformats.org/drawingml/2006/main">
            <a:off x="9201150" y="2667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1">
                <a:solidFill>
                  <a:srgbClr val="A84414"/>
                </a:solidFill>
                <a:latin typeface="Hiragino Sans"/>
                <a:ea typeface="Hiragino Sans"/>
                <a:cs typeface="Hiragino Sans"/>
              </a:defRPr>
            </a:pPr>
            <a:r>
              <a:rPr sz="1425" b="1">
                <a:solidFill>
                  <a:srgbClr val="A84414"/>
                </a:solidFill>
                <a:latin typeface="Hiragino Sans"/>
                <a:ea typeface="Hiragino Sans"/>
                <a:cs typeface="Hiragino Sans"/>
              </a:rPr>
              <a:t>この資料で扱う範囲</a:t>
            </a:r>
          </a:p>
        </p:txBody>
      </p:sp>
      <p:sp>
        <p:nvSpPr>
          <p:cNvPr id="27" name="p2-scope-num-0">
            <a:extLst xmlns:a="http://schemas.openxmlformats.org/drawingml/2006/main">
              <a:ext uri="{FF2B5EF4-FFF2-40B4-BE49-F238E27FC236}">
                <a16:creationId xmlns:a16="http://schemas.microsoft.com/office/drawing/2014/main" id="{AEB71CB0-D144-4524-BC1E-2F01C6F260F2}"/>
              </a:ext>
            </a:extLst>
          </p:cNvPr>
          <p:cNvSpPr>
            <a:spLocks xmlns:a="http://schemas.openxmlformats.org/drawingml/2006/main" noGrp="1"/>
          </p:cNvSpPr>
          <p:nvPr/>
        </p:nvSpPr>
        <p:spPr>
          <a:xfrm xmlns:a="http://schemas.openxmlformats.org/drawingml/2006/main">
            <a:off x="9220200" y="32385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A84414"/>
                </a:solidFill>
                <a:latin typeface="Hiragino Sans"/>
                <a:ea typeface="Hiragino Sans"/>
                <a:cs typeface="Hiragino Sans"/>
              </a:defRPr>
            </a:pPr>
            <a:r>
              <a:rPr sz="825" b="1">
                <a:solidFill>
                  <a:srgbClr val="A84414"/>
                </a:solidFill>
                <a:latin typeface="Hiragino Sans"/>
                <a:ea typeface="Hiragino Sans"/>
                <a:cs typeface="Hiragino Sans"/>
              </a:rPr>
              <a:t>01</a:t>
            </a:r>
          </a:p>
        </p:txBody>
      </p:sp>
      <p:sp>
        <p:nvSpPr>
          <p:cNvPr id="28" name="p2-scope-text-0">
            <a:extLst xmlns:a="http://schemas.openxmlformats.org/drawingml/2006/main">
              <a:ext uri="{FF2B5EF4-FFF2-40B4-BE49-F238E27FC236}">
                <a16:creationId xmlns:a16="http://schemas.microsoft.com/office/drawing/2014/main" id="{D0E1F692-C5CF-4F69-BC08-96F99ECEDE91}"/>
              </a:ext>
            </a:extLst>
          </p:cNvPr>
          <p:cNvSpPr>
            <a:spLocks xmlns:a="http://schemas.openxmlformats.org/drawingml/2006/main" noGrp="1"/>
          </p:cNvSpPr>
          <p:nvPr/>
        </p:nvSpPr>
        <p:spPr>
          <a:xfrm xmlns:a="http://schemas.openxmlformats.org/drawingml/2006/main">
            <a:off x="9658350" y="32004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写真記録の項目</a:t>
            </a:r>
          </a:p>
        </p:txBody>
      </p:sp>
      <p:sp>
        <p:nvSpPr>
          <p:cNvPr id="29" name="p2-scope-num-1">
            <a:extLst xmlns:a="http://schemas.openxmlformats.org/drawingml/2006/main">
              <a:ext uri="{FF2B5EF4-FFF2-40B4-BE49-F238E27FC236}">
                <a16:creationId xmlns:a16="http://schemas.microsoft.com/office/drawing/2014/main" id="{20B75A9D-A25D-4A2C-957E-96CEA7DC8987}"/>
              </a:ext>
            </a:extLst>
          </p:cNvPr>
          <p:cNvSpPr>
            <a:spLocks xmlns:a="http://schemas.openxmlformats.org/drawingml/2006/main" noGrp="1"/>
          </p:cNvSpPr>
          <p:nvPr/>
        </p:nvSpPr>
        <p:spPr>
          <a:xfrm xmlns:a="http://schemas.openxmlformats.org/drawingml/2006/main">
            <a:off x="9220200" y="36385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A84414"/>
                </a:solidFill>
                <a:latin typeface="Hiragino Sans"/>
                <a:ea typeface="Hiragino Sans"/>
                <a:cs typeface="Hiragino Sans"/>
              </a:defRPr>
            </a:pPr>
            <a:r>
              <a:rPr sz="825" b="1">
                <a:solidFill>
                  <a:srgbClr val="A84414"/>
                </a:solidFill>
                <a:latin typeface="Hiragino Sans"/>
                <a:ea typeface="Hiragino Sans"/>
                <a:cs typeface="Hiragino Sans"/>
              </a:rPr>
              <a:t>02</a:t>
            </a:r>
          </a:p>
        </p:txBody>
      </p:sp>
      <p:sp>
        <p:nvSpPr>
          <p:cNvPr id="30" name="p2-scope-text-1">
            <a:extLst xmlns:a="http://schemas.openxmlformats.org/drawingml/2006/main">
              <a:ext uri="{FF2B5EF4-FFF2-40B4-BE49-F238E27FC236}">
                <a16:creationId xmlns:a16="http://schemas.microsoft.com/office/drawing/2014/main" id="{9F780D82-5BAB-4FEE-A52A-61EA2B6444AF}"/>
              </a:ext>
            </a:extLst>
          </p:cNvPr>
          <p:cNvSpPr>
            <a:spLocks xmlns:a="http://schemas.openxmlformats.org/drawingml/2006/main" noGrp="1"/>
          </p:cNvSpPr>
          <p:nvPr/>
        </p:nvSpPr>
        <p:spPr>
          <a:xfrm xmlns:a="http://schemas.openxmlformats.org/drawingml/2006/main">
            <a:off x="9658350" y="36004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確認状態の持ち方</a:t>
            </a:r>
          </a:p>
        </p:txBody>
      </p:sp>
      <p:sp>
        <p:nvSpPr>
          <p:cNvPr id="31" name="p2-scope-num-2">
            <a:extLst xmlns:a="http://schemas.openxmlformats.org/drawingml/2006/main">
              <a:ext uri="{FF2B5EF4-FFF2-40B4-BE49-F238E27FC236}">
                <a16:creationId xmlns:a16="http://schemas.microsoft.com/office/drawing/2014/main" id="{C666FB03-0111-45C5-8205-54BAC0DD6D52}"/>
              </a:ext>
            </a:extLst>
          </p:cNvPr>
          <p:cNvSpPr>
            <a:spLocks xmlns:a="http://schemas.openxmlformats.org/drawingml/2006/main" noGrp="1"/>
          </p:cNvSpPr>
          <p:nvPr/>
        </p:nvSpPr>
        <p:spPr>
          <a:xfrm xmlns:a="http://schemas.openxmlformats.org/drawingml/2006/main">
            <a:off x="9220200" y="40386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A84414"/>
                </a:solidFill>
                <a:latin typeface="Hiragino Sans"/>
                <a:ea typeface="Hiragino Sans"/>
                <a:cs typeface="Hiragino Sans"/>
              </a:defRPr>
            </a:pPr>
            <a:r>
              <a:rPr sz="825" b="1">
                <a:solidFill>
                  <a:srgbClr val="A84414"/>
                </a:solidFill>
                <a:latin typeface="Hiragino Sans"/>
                <a:ea typeface="Hiragino Sans"/>
                <a:cs typeface="Hiragino Sans"/>
              </a:rPr>
              <a:t>03</a:t>
            </a:r>
          </a:p>
        </p:txBody>
      </p:sp>
      <p:sp>
        <p:nvSpPr>
          <p:cNvPr id="32" name="p2-scope-text-2">
            <a:extLst xmlns:a="http://schemas.openxmlformats.org/drawingml/2006/main">
              <a:ext uri="{FF2B5EF4-FFF2-40B4-BE49-F238E27FC236}">
                <a16:creationId xmlns:a16="http://schemas.microsoft.com/office/drawing/2014/main" id="{DFB7E209-3777-4C8A-ACC7-3A42309CC541}"/>
              </a:ext>
            </a:extLst>
          </p:cNvPr>
          <p:cNvSpPr>
            <a:spLocks xmlns:a="http://schemas.openxmlformats.org/drawingml/2006/main" noGrp="1"/>
          </p:cNvSpPr>
          <p:nvPr/>
        </p:nvSpPr>
        <p:spPr>
          <a:xfrm xmlns:a="http://schemas.openxmlformats.org/drawingml/2006/main">
            <a:off x="9658350" y="40005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現場と確認者の役割</a:t>
            </a:r>
          </a:p>
        </p:txBody>
      </p:sp>
      <p:sp>
        <p:nvSpPr>
          <p:cNvPr id="33" name="p2-scope-num-3">
            <a:extLst xmlns:a="http://schemas.openxmlformats.org/drawingml/2006/main">
              <a:ext uri="{FF2B5EF4-FFF2-40B4-BE49-F238E27FC236}">
                <a16:creationId xmlns:a16="http://schemas.microsoft.com/office/drawing/2014/main" id="{AFFD2A7B-EBF1-4C1C-8FE2-8C8DC27F6800}"/>
              </a:ext>
            </a:extLst>
          </p:cNvPr>
          <p:cNvSpPr>
            <a:spLocks xmlns:a="http://schemas.openxmlformats.org/drawingml/2006/main" noGrp="1"/>
          </p:cNvSpPr>
          <p:nvPr/>
        </p:nvSpPr>
        <p:spPr>
          <a:xfrm xmlns:a="http://schemas.openxmlformats.org/drawingml/2006/main">
            <a:off x="9220200" y="4438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A84414"/>
                </a:solidFill>
                <a:latin typeface="Hiragino Sans"/>
                <a:ea typeface="Hiragino Sans"/>
                <a:cs typeface="Hiragino Sans"/>
              </a:defRPr>
            </a:pPr>
            <a:r>
              <a:rPr sz="825" b="1">
                <a:solidFill>
                  <a:srgbClr val="A84414"/>
                </a:solidFill>
                <a:latin typeface="Hiragino Sans"/>
                <a:ea typeface="Hiragino Sans"/>
                <a:cs typeface="Hiragino Sans"/>
              </a:rPr>
              <a:t>04</a:t>
            </a:r>
          </a:p>
        </p:txBody>
      </p:sp>
      <p:sp>
        <p:nvSpPr>
          <p:cNvPr id="34" name="p2-scope-text-3">
            <a:extLst xmlns:a="http://schemas.openxmlformats.org/drawingml/2006/main">
              <a:ext uri="{FF2B5EF4-FFF2-40B4-BE49-F238E27FC236}">
                <a16:creationId xmlns:a16="http://schemas.microsoft.com/office/drawing/2014/main" id="{7F502097-3B64-4D65-8C32-0B5B02E53274}"/>
              </a:ext>
            </a:extLst>
          </p:cNvPr>
          <p:cNvSpPr>
            <a:spLocks xmlns:a="http://schemas.openxmlformats.org/drawingml/2006/main" noGrp="1"/>
          </p:cNvSpPr>
          <p:nvPr/>
        </p:nvSpPr>
        <p:spPr>
          <a:xfrm xmlns:a="http://schemas.openxmlformats.org/drawingml/2006/main">
            <a:off x="9658350" y="44005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試行時の確認事項</a:t>
            </a:r>
          </a:p>
        </p:txBody>
      </p:sp>
    </p:spTree>
    <p:extLst>
      <p:ext uri="{BB962C8B-B14F-4D97-AF65-F5344CB8AC3E}">
        <p14:creationId xmlns:p14="http://schemas.microsoft.com/office/powerpoint/2010/main" val="1908550436"/>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6" name="label-3">
            <a:extLst xmlns:a="http://schemas.openxmlformats.org/drawingml/2006/main">
              <a:ext uri="{FF2B5EF4-FFF2-40B4-BE49-F238E27FC236}">
                <a16:creationId xmlns:a16="http://schemas.microsoft.com/office/drawing/2014/main" id="{3E6F04EF-2FAD-4747-99C4-9CA658173B53}"/>
              </a:ext>
            </a:extLst>
          </p:cNvPr>
          <p:cNvSpPr>
            <a:spLocks xmlns:a="http://schemas.openxmlformats.org/drawingml/2006/main" noGrp="1"/>
          </p:cNvSpPr>
          <p:nvPr/>
        </p:nvSpPr>
        <p:spPr>
          <a:xfrm xmlns:a="http://schemas.openxmlformats.org/drawingml/2006/main">
            <a:off x="533400" y="3238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defRPr sz="975" b="1">
                <a:solidFill>
                  <a:srgbClr val="66717D"/>
                </a:solidFill>
                <a:latin typeface="Hiragino Sans"/>
                <a:ea typeface="Hiragino Sans"/>
                <a:cs typeface="Hiragino Sans"/>
              </a:defRPr>
            </a:pPr>
            <a:r>
              <a:rPr sz="975" b="1">
                <a:solidFill>
                  <a:srgbClr val="66717D"/>
                </a:solidFill>
                <a:latin typeface="Hiragino Sans"/>
                <a:ea typeface="Hiragino Sans"/>
                <a:cs typeface="Hiragino Sans"/>
              </a:rPr>
              <a:t>03  情報設計</a:t>
            </a:r>
          </a:p>
        </p:txBody>
      </p:sp>
      <p:sp>
        <p:nvSpPr>
          <p:cNvPr id="2" name="title-3">
            <a:extLst xmlns:a="http://schemas.openxmlformats.org/drawingml/2006/main">
              <a:ext uri="{FF2B5EF4-FFF2-40B4-BE49-F238E27FC236}">
                <a16:creationId xmlns:a16="http://schemas.microsoft.com/office/drawing/2014/main" id="{4A197331-DB72-4487-905B-24DFB7314F5F}"/>
              </a:ext>
            </a:extLst>
          </p:cNvPr>
          <p:cNvSpPr>
            <a:spLocks xmlns:a="http://schemas.openxmlformats.org/drawingml/2006/main" noGrp="1"/>
          </p:cNvSpPr>
          <p:nvPr/>
        </p:nvSpPr>
        <p:spPr>
          <a:xfrm xmlns:a="http://schemas.openxmlformats.org/drawingml/2006/main">
            <a:off x="533400" y="742950"/>
            <a:ext cx="11125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700" b="1">
                <a:solidFill>
                  <a:srgbClr val="0B1F33"/>
                </a:solidFill>
                <a:latin typeface="Hiragino Sans"/>
                <a:ea typeface="Hiragino Sans"/>
                <a:cs typeface="Hiragino Sans"/>
              </a:defRPr>
            </a:pPr>
            <a:r>
              <a:rPr sz="2700" b="1">
                <a:solidFill>
                  <a:srgbClr val="0B1F33"/>
                </a:solidFill>
                <a:latin typeface="Hiragino Sans"/>
                <a:ea typeface="Hiragino Sans"/>
                <a:cs typeface="Hiragino Sans"/>
              </a:rPr>
              <a:t>案件、工区・工程、写真記録、確認結果をひも付ける</a:t>
            </a:r>
          </a:p>
        </p:txBody>
      </p:sp>
      <p:sp>
        <p:nvSpPr>
          <p:cNvPr id="3" name="title-rule-3">
            <a:extLst xmlns:a="http://schemas.openxmlformats.org/drawingml/2006/main">
              <a:ext uri="{FF2B5EF4-FFF2-40B4-BE49-F238E27FC236}">
                <a16:creationId xmlns:a16="http://schemas.microsoft.com/office/drawing/2014/main" id="{4420BDC6-45E3-4CCF-B062-A4CCF37FEAA4}"/>
              </a:ext>
            </a:extLst>
          </p:cNvPr>
          <p:cNvSpPr>
            <a:spLocks xmlns:a="http://schemas.openxmlformats.org/drawingml/2006/main" noGrp="1"/>
          </p:cNvSpPr>
          <p:nvPr/>
        </p:nvSpPr>
        <p:spPr>
          <a:xfrm xmlns:a="http://schemas.openxmlformats.org/drawingml/2006/main">
            <a:off x="533400" y="1543050"/>
            <a:ext cx="11125200" cy="0"/>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4" name="footer-rule-3">
            <a:extLst xmlns:a="http://schemas.openxmlformats.org/drawingml/2006/main">
              <a:ext uri="{FF2B5EF4-FFF2-40B4-BE49-F238E27FC236}">
                <a16:creationId xmlns:a16="http://schemas.microsoft.com/office/drawing/2014/main" id="{0F45CF92-092E-49C0-8085-E0BACA96C91B}"/>
              </a:ext>
            </a:extLst>
          </p:cNvPr>
          <p:cNvSpPr>
            <a:spLocks xmlns:a="http://schemas.openxmlformats.org/drawingml/2006/main" noGrp="1"/>
          </p:cNvSpPr>
          <p:nvPr/>
        </p:nvSpPr>
        <p:spPr>
          <a:xfrm xmlns:a="http://schemas.openxmlformats.org/drawingml/2006/main">
            <a:off x="533400" y="6419850"/>
            <a:ext cx="111252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5" name="footer-label-3">
            <a:extLst xmlns:a="http://schemas.openxmlformats.org/drawingml/2006/main">
              <a:ext uri="{FF2B5EF4-FFF2-40B4-BE49-F238E27FC236}">
                <a16:creationId xmlns:a16="http://schemas.microsoft.com/office/drawing/2014/main" id="{B49563EA-94DF-4DC9-9837-1E85194C59E3}"/>
              </a:ext>
            </a:extLst>
          </p:cNvPr>
          <p:cNvSpPr>
            <a:spLocks xmlns:a="http://schemas.openxmlformats.org/drawingml/2006/main" noGrp="1"/>
          </p:cNvSpPr>
          <p:nvPr/>
        </p:nvSpPr>
        <p:spPr>
          <a:xfrm xmlns:a="http://schemas.openxmlformats.org/drawingml/2006/main">
            <a:off x="533400" y="6505575"/>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工事写真の確認フロー / 自主制作</a:t>
            </a:r>
          </a:p>
        </p:txBody>
      </p:sp>
      <p:sp>
        <p:nvSpPr>
          <p:cNvPr id="6" name="footer-page-3">
            <a:extLst xmlns:a="http://schemas.openxmlformats.org/drawingml/2006/main">
              <a:ext uri="{FF2B5EF4-FFF2-40B4-BE49-F238E27FC236}">
                <a16:creationId xmlns:a16="http://schemas.microsoft.com/office/drawing/2014/main" id="{BB3CF628-08E7-46CC-AA24-B67A4BAD20DF}"/>
              </a:ext>
            </a:extLst>
          </p:cNvPr>
          <p:cNvSpPr>
            <a:spLocks xmlns:a="http://schemas.openxmlformats.org/drawingml/2006/main" noGrp="1"/>
          </p:cNvSpPr>
          <p:nvPr/>
        </p:nvSpPr>
        <p:spPr>
          <a:xfrm xmlns:a="http://schemas.openxmlformats.org/drawingml/2006/main">
            <a:off x="11049000" y="6505575"/>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03</a:t>
            </a:r>
          </a:p>
        </p:txBody>
      </p:sp>
      <p:sp>
        <p:nvSpPr>
          <p:cNvPr id="7" name="p3-box-0">
            <a:extLst xmlns:a="http://schemas.openxmlformats.org/drawingml/2006/main">
              <a:ext uri="{FF2B5EF4-FFF2-40B4-BE49-F238E27FC236}">
                <a16:creationId xmlns:a16="http://schemas.microsoft.com/office/drawing/2014/main" id="{4E401AC1-4293-4292-9F53-CE438FD4DCC1}"/>
              </a:ext>
            </a:extLst>
          </p:cNvPr>
          <p:cNvSpPr>
            <a:spLocks xmlns:a="http://schemas.openxmlformats.org/drawingml/2006/main" noGrp="1"/>
          </p:cNvSpPr>
          <p:nvPr/>
        </p:nvSpPr>
        <p:spPr>
          <a:xfrm xmlns:a="http://schemas.openxmlformats.org/drawingml/2006/main">
            <a:off x="685800" y="2247900"/>
            <a:ext cx="2190750" cy="2552700"/>
          </a:xfrm>
          <a:prstGeom xmlns:a="http://schemas.openxmlformats.org/drawingml/2006/main" prst="rect">
            <a:avLst/>
          </a:prstGeom>
          <a:solidFill xmlns:a="http://schemas.openxmlformats.org/drawingml/2006/main">
            <a:srgbClr val="FFFFFF"/>
          </a:solidFill>
          <a:ln xmlns:a="http://schemas.openxmlformats.org/drawingml/2006/main" w="9525">
            <a:solidFill>
              <a:srgbClr val="BEC5CC"/>
            </a:solidFill>
            <a:prstDash val="solid"/>
          </a:ln>
        </p:spPr>
      </p:sp>
      <p:sp>
        <p:nvSpPr>
          <p:cNvPr id="8" name="p3-box-head-0">
            <a:extLst xmlns:a="http://schemas.openxmlformats.org/drawingml/2006/main">
              <a:ext uri="{FF2B5EF4-FFF2-40B4-BE49-F238E27FC236}">
                <a16:creationId xmlns:a16="http://schemas.microsoft.com/office/drawing/2014/main" id="{99D4D5B8-E12F-4A15-BAB4-E49B0A7E71AE}"/>
              </a:ext>
            </a:extLst>
          </p:cNvPr>
          <p:cNvSpPr>
            <a:spLocks xmlns:a="http://schemas.openxmlformats.org/drawingml/2006/main" noGrp="1"/>
          </p:cNvSpPr>
          <p:nvPr/>
        </p:nvSpPr>
        <p:spPr>
          <a:xfrm xmlns:a="http://schemas.openxmlformats.org/drawingml/2006/main">
            <a:off x="685800" y="2247900"/>
            <a:ext cx="2190750" cy="5143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9" name="p3-box-title-0">
            <a:extLst xmlns:a="http://schemas.openxmlformats.org/drawingml/2006/main">
              <a:ext uri="{FF2B5EF4-FFF2-40B4-BE49-F238E27FC236}">
                <a16:creationId xmlns:a16="http://schemas.microsoft.com/office/drawing/2014/main" id="{4ADE619A-3288-4F99-B224-9AC4EE7FF1A6}"/>
              </a:ext>
            </a:extLst>
          </p:cNvPr>
          <p:cNvSpPr>
            <a:spLocks xmlns:a="http://schemas.openxmlformats.org/drawingml/2006/main" noGrp="1"/>
          </p:cNvSpPr>
          <p:nvPr/>
        </p:nvSpPr>
        <p:spPr>
          <a:xfrm xmlns:a="http://schemas.openxmlformats.org/drawingml/2006/main">
            <a:off x="876300" y="2381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案件</a:t>
            </a:r>
          </a:p>
        </p:txBody>
      </p:sp>
      <p:sp>
        <p:nvSpPr>
          <p:cNvPr id="10" name="p3-field-0-0">
            <a:extLst xmlns:a="http://schemas.openxmlformats.org/drawingml/2006/main">
              <a:ext uri="{FF2B5EF4-FFF2-40B4-BE49-F238E27FC236}">
                <a16:creationId xmlns:a16="http://schemas.microsoft.com/office/drawing/2014/main" id="{3A50C300-7E93-4CD3-8DD8-1193C37AE715}"/>
              </a:ext>
            </a:extLst>
          </p:cNvPr>
          <p:cNvSpPr>
            <a:spLocks xmlns:a="http://schemas.openxmlformats.org/drawingml/2006/main" noGrp="1"/>
          </p:cNvSpPr>
          <p:nvPr/>
        </p:nvSpPr>
        <p:spPr>
          <a:xfrm xmlns:a="http://schemas.openxmlformats.org/drawingml/2006/main">
            <a:off x="895350" y="30861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案件ID</a:t>
            </a:r>
          </a:p>
        </p:txBody>
      </p:sp>
      <p:sp>
        <p:nvSpPr>
          <p:cNvPr id="11" name="p3-field-rule-0-0">
            <a:extLst xmlns:a="http://schemas.openxmlformats.org/drawingml/2006/main">
              <a:ext uri="{FF2B5EF4-FFF2-40B4-BE49-F238E27FC236}">
                <a16:creationId xmlns:a16="http://schemas.microsoft.com/office/drawing/2014/main" id="{7E16B965-2A31-4BF5-A210-5ED19B3F945D}"/>
              </a:ext>
            </a:extLst>
          </p:cNvPr>
          <p:cNvSpPr>
            <a:spLocks xmlns:a="http://schemas.openxmlformats.org/drawingml/2006/main" noGrp="1"/>
          </p:cNvSpPr>
          <p:nvPr/>
        </p:nvSpPr>
        <p:spPr>
          <a:xfrm xmlns:a="http://schemas.openxmlformats.org/drawingml/2006/main">
            <a:off x="895350" y="3409950"/>
            <a:ext cx="177165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12" name="p3-field-0-1">
            <a:extLst xmlns:a="http://schemas.openxmlformats.org/drawingml/2006/main">
              <a:ext uri="{FF2B5EF4-FFF2-40B4-BE49-F238E27FC236}">
                <a16:creationId xmlns:a16="http://schemas.microsoft.com/office/drawing/2014/main" id="{CE4894DC-9D5A-4D0D-9169-B3D9A71DD36E}"/>
              </a:ext>
            </a:extLst>
          </p:cNvPr>
          <p:cNvSpPr>
            <a:spLocks xmlns:a="http://schemas.openxmlformats.org/drawingml/2006/main" noGrp="1"/>
          </p:cNvSpPr>
          <p:nvPr/>
        </p:nvSpPr>
        <p:spPr>
          <a:xfrm xmlns:a="http://schemas.openxmlformats.org/drawingml/2006/main">
            <a:off x="895350" y="352425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現場名</a:t>
            </a:r>
          </a:p>
        </p:txBody>
      </p:sp>
      <p:sp>
        <p:nvSpPr>
          <p:cNvPr id="13" name="p3-field-rule-0-1">
            <a:extLst xmlns:a="http://schemas.openxmlformats.org/drawingml/2006/main">
              <a:ext uri="{FF2B5EF4-FFF2-40B4-BE49-F238E27FC236}">
                <a16:creationId xmlns:a16="http://schemas.microsoft.com/office/drawing/2014/main" id="{FA822443-1B55-4E4A-84A6-CE6606E096AF}"/>
              </a:ext>
            </a:extLst>
          </p:cNvPr>
          <p:cNvSpPr>
            <a:spLocks xmlns:a="http://schemas.openxmlformats.org/drawingml/2006/main" noGrp="1"/>
          </p:cNvSpPr>
          <p:nvPr/>
        </p:nvSpPr>
        <p:spPr>
          <a:xfrm xmlns:a="http://schemas.openxmlformats.org/drawingml/2006/main">
            <a:off x="895350" y="3848100"/>
            <a:ext cx="177165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14" name="p3-field-0-2">
            <a:extLst xmlns:a="http://schemas.openxmlformats.org/drawingml/2006/main">
              <a:ext uri="{FF2B5EF4-FFF2-40B4-BE49-F238E27FC236}">
                <a16:creationId xmlns:a16="http://schemas.microsoft.com/office/drawing/2014/main" id="{B1599E5C-70FF-4FAD-BD1B-DF6AAF5AD31D}"/>
              </a:ext>
            </a:extLst>
          </p:cNvPr>
          <p:cNvSpPr>
            <a:spLocks xmlns:a="http://schemas.openxmlformats.org/drawingml/2006/main" noGrp="1"/>
          </p:cNvSpPr>
          <p:nvPr/>
        </p:nvSpPr>
        <p:spPr>
          <a:xfrm xmlns:a="http://schemas.openxmlformats.org/drawingml/2006/main">
            <a:off x="895350" y="39624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担当者</a:t>
            </a:r>
          </a:p>
        </p:txBody>
      </p:sp>
      <p:sp>
        <p:nvSpPr>
          <p:cNvPr id="15" name="p3-link-0">
            <a:extLst xmlns:a="http://schemas.openxmlformats.org/drawingml/2006/main">
              <a:ext uri="{FF2B5EF4-FFF2-40B4-BE49-F238E27FC236}">
                <a16:creationId xmlns:a16="http://schemas.microsoft.com/office/drawing/2014/main" id="{1467DF87-314B-444C-8564-7FBD02277DF5}"/>
              </a:ext>
            </a:extLst>
          </p:cNvPr>
          <p:cNvSpPr>
            <a:spLocks xmlns:a="http://schemas.openxmlformats.org/drawingml/2006/main" noGrp="1"/>
          </p:cNvSpPr>
          <p:nvPr/>
        </p:nvSpPr>
        <p:spPr>
          <a:xfrm xmlns:a="http://schemas.openxmlformats.org/drawingml/2006/main">
            <a:off x="2876550" y="3524250"/>
            <a:ext cx="438150" cy="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16" name="p3-link-node-0">
            <a:extLst xmlns:a="http://schemas.openxmlformats.org/drawingml/2006/main">
              <a:ext uri="{FF2B5EF4-FFF2-40B4-BE49-F238E27FC236}">
                <a16:creationId xmlns:a16="http://schemas.microsoft.com/office/drawing/2014/main" id="{D804756A-7328-413C-899F-162F47C4D27A}"/>
              </a:ext>
            </a:extLst>
          </p:cNvPr>
          <p:cNvSpPr>
            <a:spLocks xmlns:a="http://schemas.openxmlformats.org/drawingml/2006/main" noGrp="1"/>
          </p:cNvSpPr>
          <p:nvPr/>
        </p:nvSpPr>
        <p:spPr>
          <a:xfrm xmlns:a="http://schemas.openxmlformats.org/drawingml/2006/main">
            <a:off x="3048000" y="3448050"/>
            <a:ext cx="152400" cy="152400"/>
          </a:xfrm>
          <a:prstGeom xmlns:a="http://schemas.openxmlformats.org/drawingml/2006/main" prst="rect">
            <a:avLst/>
          </a:prstGeom>
          <a:solidFill xmlns:a="http://schemas.openxmlformats.org/drawingml/2006/main">
            <a:srgbClr val="F7F6F2"/>
          </a:solidFill>
          <a:ln xmlns:a="http://schemas.openxmlformats.org/drawingml/2006/main" w="19050">
            <a:solidFill>
              <a:srgbClr val="A84414"/>
            </a:solidFill>
            <a:prstDash val="solid"/>
          </a:ln>
        </p:spPr>
      </p:sp>
      <p:sp>
        <p:nvSpPr>
          <p:cNvPr id="17" name="p3-box-1">
            <a:extLst xmlns:a="http://schemas.openxmlformats.org/drawingml/2006/main">
              <a:ext uri="{FF2B5EF4-FFF2-40B4-BE49-F238E27FC236}">
                <a16:creationId xmlns:a16="http://schemas.microsoft.com/office/drawing/2014/main" id="{609DA49D-9E92-4D24-80CB-56D8020D68A7}"/>
              </a:ext>
            </a:extLst>
          </p:cNvPr>
          <p:cNvSpPr>
            <a:spLocks xmlns:a="http://schemas.openxmlformats.org/drawingml/2006/main" noGrp="1"/>
          </p:cNvSpPr>
          <p:nvPr/>
        </p:nvSpPr>
        <p:spPr>
          <a:xfrm xmlns:a="http://schemas.openxmlformats.org/drawingml/2006/main">
            <a:off x="3314700" y="2247900"/>
            <a:ext cx="2190750" cy="2552700"/>
          </a:xfrm>
          <a:prstGeom xmlns:a="http://schemas.openxmlformats.org/drawingml/2006/main" prst="rect">
            <a:avLst/>
          </a:prstGeom>
          <a:solidFill xmlns:a="http://schemas.openxmlformats.org/drawingml/2006/main">
            <a:srgbClr val="FFFFFF"/>
          </a:solidFill>
          <a:ln xmlns:a="http://schemas.openxmlformats.org/drawingml/2006/main" w="9525">
            <a:solidFill>
              <a:srgbClr val="BEC5CC"/>
            </a:solidFill>
            <a:prstDash val="solid"/>
          </a:ln>
        </p:spPr>
      </p:sp>
      <p:sp>
        <p:nvSpPr>
          <p:cNvPr id="18" name="p3-box-head-1">
            <a:extLst xmlns:a="http://schemas.openxmlformats.org/drawingml/2006/main">
              <a:ext uri="{FF2B5EF4-FFF2-40B4-BE49-F238E27FC236}">
                <a16:creationId xmlns:a16="http://schemas.microsoft.com/office/drawing/2014/main" id="{7DD73271-6A8C-42CB-A2E5-463C555C7F25}"/>
              </a:ext>
            </a:extLst>
          </p:cNvPr>
          <p:cNvSpPr>
            <a:spLocks xmlns:a="http://schemas.openxmlformats.org/drawingml/2006/main" noGrp="1"/>
          </p:cNvSpPr>
          <p:nvPr/>
        </p:nvSpPr>
        <p:spPr>
          <a:xfrm xmlns:a="http://schemas.openxmlformats.org/drawingml/2006/main">
            <a:off x="3314700" y="2247900"/>
            <a:ext cx="2190750" cy="514350"/>
          </a:xfrm>
          <a:prstGeom xmlns:a="http://schemas.openxmlformats.org/drawingml/2006/main" prst="rect">
            <a:avLst/>
          </a:prstGeom>
          <a:solidFill xmlns:a="http://schemas.openxmlformats.org/drawingml/2006/main">
            <a:srgbClr val="315B75"/>
          </a:solidFill>
          <a:ln xmlns:a="http://schemas.openxmlformats.org/drawingml/2006/main" w="0">
            <a:noFill/>
            <a:prstDash val="solid"/>
          </a:ln>
        </p:spPr>
      </p:sp>
      <p:sp>
        <p:nvSpPr>
          <p:cNvPr id="19" name="p3-box-title-1">
            <a:extLst xmlns:a="http://schemas.openxmlformats.org/drawingml/2006/main">
              <a:ext uri="{FF2B5EF4-FFF2-40B4-BE49-F238E27FC236}">
                <a16:creationId xmlns:a16="http://schemas.microsoft.com/office/drawing/2014/main" id="{8C05C43F-53B0-4FC2-9D7C-20E06D95EE19}"/>
              </a:ext>
            </a:extLst>
          </p:cNvPr>
          <p:cNvSpPr>
            <a:spLocks xmlns:a="http://schemas.openxmlformats.org/drawingml/2006/main" noGrp="1"/>
          </p:cNvSpPr>
          <p:nvPr/>
        </p:nvSpPr>
        <p:spPr>
          <a:xfrm xmlns:a="http://schemas.openxmlformats.org/drawingml/2006/main">
            <a:off x="3505200" y="2381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工区・工程</a:t>
            </a:r>
          </a:p>
        </p:txBody>
      </p:sp>
      <p:sp>
        <p:nvSpPr>
          <p:cNvPr id="20" name="p3-field-1-0">
            <a:extLst xmlns:a="http://schemas.openxmlformats.org/drawingml/2006/main">
              <a:ext uri="{FF2B5EF4-FFF2-40B4-BE49-F238E27FC236}">
                <a16:creationId xmlns:a16="http://schemas.microsoft.com/office/drawing/2014/main" id="{345236F3-DF64-4CE0-BB78-B7492C17AB76}"/>
              </a:ext>
            </a:extLst>
          </p:cNvPr>
          <p:cNvSpPr>
            <a:spLocks xmlns:a="http://schemas.openxmlformats.org/drawingml/2006/main" noGrp="1"/>
          </p:cNvSpPr>
          <p:nvPr/>
        </p:nvSpPr>
        <p:spPr>
          <a:xfrm xmlns:a="http://schemas.openxmlformats.org/drawingml/2006/main">
            <a:off x="3524250" y="30861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棟・階・区画</a:t>
            </a:r>
          </a:p>
        </p:txBody>
      </p:sp>
      <p:sp>
        <p:nvSpPr>
          <p:cNvPr id="21" name="p3-field-rule-1-0">
            <a:extLst xmlns:a="http://schemas.openxmlformats.org/drawingml/2006/main">
              <a:ext uri="{FF2B5EF4-FFF2-40B4-BE49-F238E27FC236}">
                <a16:creationId xmlns:a16="http://schemas.microsoft.com/office/drawing/2014/main" id="{984FACBF-CC62-40DD-A616-13FCDB69A1AC}"/>
              </a:ext>
            </a:extLst>
          </p:cNvPr>
          <p:cNvSpPr>
            <a:spLocks xmlns:a="http://schemas.openxmlformats.org/drawingml/2006/main" noGrp="1"/>
          </p:cNvSpPr>
          <p:nvPr/>
        </p:nvSpPr>
        <p:spPr>
          <a:xfrm xmlns:a="http://schemas.openxmlformats.org/drawingml/2006/main">
            <a:off x="3524250" y="3409950"/>
            <a:ext cx="177165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22" name="p3-field-1-1">
            <a:extLst xmlns:a="http://schemas.openxmlformats.org/drawingml/2006/main">
              <a:ext uri="{FF2B5EF4-FFF2-40B4-BE49-F238E27FC236}">
                <a16:creationId xmlns:a16="http://schemas.microsoft.com/office/drawing/2014/main" id="{5DD9B7EA-A1F4-4C12-8FA0-40E5ABD807F5}"/>
              </a:ext>
            </a:extLst>
          </p:cNvPr>
          <p:cNvSpPr>
            <a:spLocks xmlns:a="http://schemas.openxmlformats.org/drawingml/2006/main" noGrp="1"/>
          </p:cNvSpPr>
          <p:nvPr/>
        </p:nvSpPr>
        <p:spPr>
          <a:xfrm xmlns:a="http://schemas.openxmlformats.org/drawingml/2006/main">
            <a:off x="3524250" y="352425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工程名</a:t>
            </a:r>
          </a:p>
        </p:txBody>
      </p:sp>
      <p:sp>
        <p:nvSpPr>
          <p:cNvPr id="23" name="p3-field-rule-1-1">
            <a:extLst xmlns:a="http://schemas.openxmlformats.org/drawingml/2006/main">
              <a:ext uri="{FF2B5EF4-FFF2-40B4-BE49-F238E27FC236}">
                <a16:creationId xmlns:a16="http://schemas.microsoft.com/office/drawing/2014/main" id="{9232E8A7-B69C-435C-AD40-9C9E7609CE08}"/>
              </a:ext>
            </a:extLst>
          </p:cNvPr>
          <p:cNvSpPr>
            <a:spLocks xmlns:a="http://schemas.openxmlformats.org/drawingml/2006/main" noGrp="1"/>
          </p:cNvSpPr>
          <p:nvPr/>
        </p:nvSpPr>
        <p:spPr>
          <a:xfrm xmlns:a="http://schemas.openxmlformats.org/drawingml/2006/main">
            <a:off x="3524250" y="3848100"/>
            <a:ext cx="177165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24" name="p3-field-1-2">
            <a:extLst xmlns:a="http://schemas.openxmlformats.org/drawingml/2006/main">
              <a:ext uri="{FF2B5EF4-FFF2-40B4-BE49-F238E27FC236}">
                <a16:creationId xmlns:a16="http://schemas.microsoft.com/office/drawing/2014/main" id="{0BB05FE5-6AB2-4080-BA11-1966C73DB0CC}"/>
              </a:ext>
            </a:extLst>
          </p:cNvPr>
          <p:cNvSpPr>
            <a:spLocks xmlns:a="http://schemas.openxmlformats.org/drawingml/2006/main" noGrp="1"/>
          </p:cNvSpPr>
          <p:nvPr/>
        </p:nvSpPr>
        <p:spPr>
          <a:xfrm xmlns:a="http://schemas.openxmlformats.org/drawingml/2006/main">
            <a:off x="3524250" y="39624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作業日</a:t>
            </a:r>
          </a:p>
        </p:txBody>
      </p:sp>
      <p:sp>
        <p:nvSpPr>
          <p:cNvPr id="25" name="p3-link-1">
            <a:extLst xmlns:a="http://schemas.openxmlformats.org/drawingml/2006/main">
              <a:ext uri="{FF2B5EF4-FFF2-40B4-BE49-F238E27FC236}">
                <a16:creationId xmlns:a16="http://schemas.microsoft.com/office/drawing/2014/main" id="{448366D3-A817-474D-8798-6A7DC67CC226}"/>
              </a:ext>
            </a:extLst>
          </p:cNvPr>
          <p:cNvSpPr>
            <a:spLocks xmlns:a="http://schemas.openxmlformats.org/drawingml/2006/main" noGrp="1"/>
          </p:cNvSpPr>
          <p:nvPr/>
        </p:nvSpPr>
        <p:spPr>
          <a:xfrm xmlns:a="http://schemas.openxmlformats.org/drawingml/2006/main">
            <a:off x="5505450" y="3524250"/>
            <a:ext cx="438150" cy="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26" name="p3-link-node-1">
            <a:extLst xmlns:a="http://schemas.openxmlformats.org/drawingml/2006/main">
              <a:ext uri="{FF2B5EF4-FFF2-40B4-BE49-F238E27FC236}">
                <a16:creationId xmlns:a16="http://schemas.microsoft.com/office/drawing/2014/main" id="{556AEB57-CE50-4A8D-BAF5-8A3CADE5697F}"/>
              </a:ext>
            </a:extLst>
          </p:cNvPr>
          <p:cNvSpPr>
            <a:spLocks xmlns:a="http://schemas.openxmlformats.org/drawingml/2006/main" noGrp="1"/>
          </p:cNvSpPr>
          <p:nvPr/>
        </p:nvSpPr>
        <p:spPr>
          <a:xfrm xmlns:a="http://schemas.openxmlformats.org/drawingml/2006/main">
            <a:off x="5676900" y="3448050"/>
            <a:ext cx="152400" cy="152400"/>
          </a:xfrm>
          <a:prstGeom xmlns:a="http://schemas.openxmlformats.org/drawingml/2006/main" prst="rect">
            <a:avLst/>
          </a:prstGeom>
          <a:solidFill xmlns:a="http://schemas.openxmlformats.org/drawingml/2006/main">
            <a:srgbClr val="F7F6F2"/>
          </a:solidFill>
          <a:ln xmlns:a="http://schemas.openxmlformats.org/drawingml/2006/main" w="19050">
            <a:solidFill>
              <a:srgbClr val="A84414"/>
            </a:solidFill>
            <a:prstDash val="solid"/>
          </a:ln>
        </p:spPr>
      </p:sp>
      <p:sp>
        <p:nvSpPr>
          <p:cNvPr id="27" name="p3-box-2">
            <a:extLst xmlns:a="http://schemas.openxmlformats.org/drawingml/2006/main">
              <a:ext uri="{FF2B5EF4-FFF2-40B4-BE49-F238E27FC236}">
                <a16:creationId xmlns:a16="http://schemas.microsoft.com/office/drawing/2014/main" id="{F4F7F107-E5AE-4E88-B5A2-9C67C794A0E9}"/>
              </a:ext>
            </a:extLst>
          </p:cNvPr>
          <p:cNvSpPr>
            <a:spLocks xmlns:a="http://schemas.openxmlformats.org/drawingml/2006/main" noGrp="1"/>
          </p:cNvSpPr>
          <p:nvPr/>
        </p:nvSpPr>
        <p:spPr>
          <a:xfrm xmlns:a="http://schemas.openxmlformats.org/drawingml/2006/main">
            <a:off x="5943600" y="2247900"/>
            <a:ext cx="2381250" cy="2552700"/>
          </a:xfrm>
          <a:prstGeom xmlns:a="http://schemas.openxmlformats.org/drawingml/2006/main" prst="rect">
            <a:avLst/>
          </a:prstGeom>
          <a:solidFill xmlns:a="http://schemas.openxmlformats.org/drawingml/2006/main">
            <a:srgbClr val="FFFFFF"/>
          </a:solidFill>
          <a:ln xmlns:a="http://schemas.openxmlformats.org/drawingml/2006/main" w="9525">
            <a:solidFill>
              <a:srgbClr val="BEC5CC"/>
            </a:solidFill>
            <a:prstDash val="solid"/>
          </a:ln>
        </p:spPr>
      </p:sp>
      <p:sp>
        <p:nvSpPr>
          <p:cNvPr id="28" name="p3-box-head-2">
            <a:extLst xmlns:a="http://schemas.openxmlformats.org/drawingml/2006/main">
              <a:ext uri="{FF2B5EF4-FFF2-40B4-BE49-F238E27FC236}">
                <a16:creationId xmlns:a16="http://schemas.microsoft.com/office/drawing/2014/main" id="{95E14871-B986-4E9C-92C6-95B1EE4DAD83}"/>
              </a:ext>
            </a:extLst>
          </p:cNvPr>
          <p:cNvSpPr>
            <a:spLocks xmlns:a="http://schemas.openxmlformats.org/drawingml/2006/main" noGrp="1"/>
          </p:cNvSpPr>
          <p:nvPr/>
        </p:nvSpPr>
        <p:spPr>
          <a:xfrm xmlns:a="http://schemas.openxmlformats.org/drawingml/2006/main">
            <a:off x="5943600" y="2247900"/>
            <a:ext cx="2381250" cy="514350"/>
          </a:xfrm>
          <a:prstGeom xmlns:a="http://schemas.openxmlformats.org/drawingml/2006/main" prst="rect">
            <a:avLst/>
          </a:prstGeom>
          <a:solidFill xmlns:a="http://schemas.openxmlformats.org/drawingml/2006/main">
            <a:srgbClr val="A84414"/>
          </a:solidFill>
          <a:ln xmlns:a="http://schemas.openxmlformats.org/drawingml/2006/main" w="0">
            <a:noFill/>
            <a:prstDash val="solid"/>
          </a:ln>
        </p:spPr>
      </p:sp>
      <p:sp>
        <p:nvSpPr>
          <p:cNvPr id="29" name="p3-box-title-2">
            <a:extLst xmlns:a="http://schemas.openxmlformats.org/drawingml/2006/main">
              <a:ext uri="{FF2B5EF4-FFF2-40B4-BE49-F238E27FC236}">
                <a16:creationId xmlns:a16="http://schemas.microsoft.com/office/drawing/2014/main" id="{1F5F485B-8C57-40DA-9E60-44C952ACFEF6}"/>
              </a:ext>
            </a:extLst>
          </p:cNvPr>
          <p:cNvSpPr>
            <a:spLocks xmlns:a="http://schemas.openxmlformats.org/drawingml/2006/main" noGrp="1"/>
          </p:cNvSpPr>
          <p:nvPr/>
        </p:nvSpPr>
        <p:spPr>
          <a:xfrm xmlns:a="http://schemas.openxmlformats.org/drawingml/2006/main">
            <a:off x="6134100" y="23812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写真記録</a:t>
            </a:r>
          </a:p>
        </p:txBody>
      </p:sp>
      <p:sp>
        <p:nvSpPr>
          <p:cNvPr id="30" name="p3-field-2-0">
            <a:extLst xmlns:a="http://schemas.openxmlformats.org/drawingml/2006/main">
              <a:ext uri="{FF2B5EF4-FFF2-40B4-BE49-F238E27FC236}">
                <a16:creationId xmlns:a16="http://schemas.microsoft.com/office/drawing/2014/main" id="{3636FC75-42F5-45D4-B994-F05D1E6A47B8}"/>
              </a:ext>
            </a:extLst>
          </p:cNvPr>
          <p:cNvSpPr>
            <a:spLocks xmlns:a="http://schemas.openxmlformats.org/drawingml/2006/main" noGrp="1"/>
          </p:cNvSpPr>
          <p:nvPr/>
        </p:nvSpPr>
        <p:spPr>
          <a:xfrm xmlns:a="http://schemas.openxmlformats.org/drawingml/2006/main">
            <a:off x="6153150" y="3086100"/>
            <a:ext cx="1962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撮影者・日時</a:t>
            </a:r>
          </a:p>
        </p:txBody>
      </p:sp>
      <p:sp>
        <p:nvSpPr>
          <p:cNvPr id="31" name="p3-field-rule-2-0">
            <a:extLst xmlns:a="http://schemas.openxmlformats.org/drawingml/2006/main">
              <a:ext uri="{FF2B5EF4-FFF2-40B4-BE49-F238E27FC236}">
                <a16:creationId xmlns:a16="http://schemas.microsoft.com/office/drawing/2014/main" id="{1A6BE78A-AD6C-444C-8A3C-00425813C3E8}"/>
              </a:ext>
            </a:extLst>
          </p:cNvPr>
          <p:cNvSpPr>
            <a:spLocks xmlns:a="http://schemas.openxmlformats.org/drawingml/2006/main" noGrp="1"/>
          </p:cNvSpPr>
          <p:nvPr/>
        </p:nvSpPr>
        <p:spPr>
          <a:xfrm xmlns:a="http://schemas.openxmlformats.org/drawingml/2006/main">
            <a:off x="6153150" y="3409950"/>
            <a:ext cx="196215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32" name="p3-field-2-1">
            <a:extLst xmlns:a="http://schemas.openxmlformats.org/drawingml/2006/main">
              <a:ext uri="{FF2B5EF4-FFF2-40B4-BE49-F238E27FC236}">
                <a16:creationId xmlns:a16="http://schemas.microsoft.com/office/drawing/2014/main" id="{2ED8236B-AEEE-44F5-89D1-E34801E33AA9}"/>
              </a:ext>
            </a:extLst>
          </p:cNvPr>
          <p:cNvSpPr>
            <a:spLocks xmlns:a="http://schemas.openxmlformats.org/drawingml/2006/main" noGrp="1"/>
          </p:cNvSpPr>
          <p:nvPr/>
        </p:nvSpPr>
        <p:spPr>
          <a:xfrm xmlns:a="http://schemas.openxmlformats.org/drawingml/2006/main">
            <a:off x="6153150" y="3524250"/>
            <a:ext cx="1962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撮影箇所</a:t>
            </a:r>
          </a:p>
        </p:txBody>
      </p:sp>
      <p:sp>
        <p:nvSpPr>
          <p:cNvPr id="33" name="p3-field-rule-2-1">
            <a:extLst xmlns:a="http://schemas.openxmlformats.org/drawingml/2006/main">
              <a:ext uri="{FF2B5EF4-FFF2-40B4-BE49-F238E27FC236}">
                <a16:creationId xmlns:a16="http://schemas.microsoft.com/office/drawing/2014/main" id="{AA4F9BCE-0217-440E-8007-6511484D1AA0}"/>
              </a:ext>
            </a:extLst>
          </p:cNvPr>
          <p:cNvSpPr>
            <a:spLocks xmlns:a="http://schemas.openxmlformats.org/drawingml/2006/main" noGrp="1"/>
          </p:cNvSpPr>
          <p:nvPr/>
        </p:nvSpPr>
        <p:spPr>
          <a:xfrm xmlns:a="http://schemas.openxmlformats.org/drawingml/2006/main">
            <a:off x="6153150" y="3848100"/>
            <a:ext cx="196215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34" name="p3-field-2-2">
            <a:extLst xmlns:a="http://schemas.openxmlformats.org/drawingml/2006/main">
              <a:ext uri="{FF2B5EF4-FFF2-40B4-BE49-F238E27FC236}">
                <a16:creationId xmlns:a16="http://schemas.microsoft.com/office/drawing/2014/main" id="{A3AA3919-1481-4C5E-A8AD-94839669DAF2}"/>
              </a:ext>
            </a:extLst>
          </p:cNvPr>
          <p:cNvSpPr>
            <a:spLocks xmlns:a="http://schemas.openxmlformats.org/drawingml/2006/main" noGrp="1"/>
          </p:cNvSpPr>
          <p:nvPr/>
        </p:nvSpPr>
        <p:spPr>
          <a:xfrm xmlns:a="http://schemas.openxmlformats.org/drawingml/2006/main">
            <a:off x="6153150" y="3962400"/>
            <a:ext cx="1962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写真</a:t>
            </a:r>
          </a:p>
        </p:txBody>
      </p:sp>
      <p:sp>
        <p:nvSpPr>
          <p:cNvPr id="35" name="p3-link-2">
            <a:extLst xmlns:a="http://schemas.openxmlformats.org/drawingml/2006/main">
              <a:ext uri="{FF2B5EF4-FFF2-40B4-BE49-F238E27FC236}">
                <a16:creationId xmlns:a16="http://schemas.microsoft.com/office/drawing/2014/main" id="{0440BC99-4D6E-450F-AC77-F1C2F8A83299}"/>
              </a:ext>
            </a:extLst>
          </p:cNvPr>
          <p:cNvSpPr>
            <a:spLocks xmlns:a="http://schemas.openxmlformats.org/drawingml/2006/main" noGrp="1"/>
          </p:cNvSpPr>
          <p:nvPr/>
        </p:nvSpPr>
        <p:spPr>
          <a:xfrm xmlns:a="http://schemas.openxmlformats.org/drawingml/2006/main">
            <a:off x="8324850" y="3524250"/>
            <a:ext cx="438150" cy="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36" name="p3-link-node-2">
            <a:extLst xmlns:a="http://schemas.openxmlformats.org/drawingml/2006/main">
              <a:ext uri="{FF2B5EF4-FFF2-40B4-BE49-F238E27FC236}">
                <a16:creationId xmlns:a16="http://schemas.microsoft.com/office/drawing/2014/main" id="{F529354B-EA6A-4B97-AE66-DAABFCCCD330}"/>
              </a:ext>
            </a:extLst>
          </p:cNvPr>
          <p:cNvSpPr>
            <a:spLocks xmlns:a="http://schemas.openxmlformats.org/drawingml/2006/main" noGrp="1"/>
          </p:cNvSpPr>
          <p:nvPr/>
        </p:nvSpPr>
        <p:spPr>
          <a:xfrm xmlns:a="http://schemas.openxmlformats.org/drawingml/2006/main">
            <a:off x="8496300" y="3448050"/>
            <a:ext cx="152400" cy="152400"/>
          </a:xfrm>
          <a:prstGeom xmlns:a="http://schemas.openxmlformats.org/drawingml/2006/main" prst="rect">
            <a:avLst/>
          </a:prstGeom>
          <a:solidFill xmlns:a="http://schemas.openxmlformats.org/drawingml/2006/main">
            <a:srgbClr val="F7F6F2"/>
          </a:solidFill>
          <a:ln xmlns:a="http://schemas.openxmlformats.org/drawingml/2006/main" w="19050">
            <a:solidFill>
              <a:srgbClr val="A84414"/>
            </a:solidFill>
            <a:prstDash val="solid"/>
          </a:ln>
        </p:spPr>
      </p:sp>
      <p:sp>
        <p:nvSpPr>
          <p:cNvPr id="37" name="p3-box-3">
            <a:extLst xmlns:a="http://schemas.openxmlformats.org/drawingml/2006/main">
              <a:ext uri="{FF2B5EF4-FFF2-40B4-BE49-F238E27FC236}">
                <a16:creationId xmlns:a16="http://schemas.microsoft.com/office/drawing/2014/main" id="{BEF32C2F-0E6E-4C90-BE2F-0FD3D9437F36}"/>
              </a:ext>
            </a:extLst>
          </p:cNvPr>
          <p:cNvSpPr>
            <a:spLocks xmlns:a="http://schemas.openxmlformats.org/drawingml/2006/main" noGrp="1"/>
          </p:cNvSpPr>
          <p:nvPr/>
        </p:nvSpPr>
        <p:spPr>
          <a:xfrm xmlns:a="http://schemas.openxmlformats.org/drawingml/2006/main">
            <a:off x="8763000" y="2247900"/>
            <a:ext cx="2190750" cy="2552700"/>
          </a:xfrm>
          <a:prstGeom xmlns:a="http://schemas.openxmlformats.org/drawingml/2006/main" prst="rect">
            <a:avLst/>
          </a:prstGeom>
          <a:solidFill xmlns:a="http://schemas.openxmlformats.org/drawingml/2006/main">
            <a:srgbClr val="FFFFFF"/>
          </a:solidFill>
          <a:ln xmlns:a="http://schemas.openxmlformats.org/drawingml/2006/main" w="9525">
            <a:solidFill>
              <a:srgbClr val="BEC5CC"/>
            </a:solidFill>
            <a:prstDash val="solid"/>
          </a:ln>
        </p:spPr>
      </p:sp>
      <p:sp>
        <p:nvSpPr>
          <p:cNvPr id="38" name="p3-box-head-3">
            <a:extLst xmlns:a="http://schemas.openxmlformats.org/drawingml/2006/main">
              <a:ext uri="{FF2B5EF4-FFF2-40B4-BE49-F238E27FC236}">
                <a16:creationId xmlns:a16="http://schemas.microsoft.com/office/drawing/2014/main" id="{6AC88F03-4098-4000-BB3A-80046B8DAFDF}"/>
              </a:ext>
            </a:extLst>
          </p:cNvPr>
          <p:cNvSpPr>
            <a:spLocks xmlns:a="http://schemas.openxmlformats.org/drawingml/2006/main" noGrp="1"/>
          </p:cNvSpPr>
          <p:nvPr/>
        </p:nvSpPr>
        <p:spPr>
          <a:xfrm xmlns:a="http://schemas.openxmlformats.org/drawingml/2006/main">
            <a:off x="8763000" y="2247900"/>
            <a:ext cx="2190750" cy="514350"/>
          </a:xfrm>
          <a:prstGeom xmlns:a="http://schemas.openxmlformats.org/drawingml/2006/main" prst="rect">
            <a:avLst/>
          </a:prstGeom>
          <a:solidFill xmlns:a="http://schemas.openxmlformats.org/drawingml/2006/main">
            <a:srgbClr val="3E715B"/>
          </a:solidFill>
          <a:ln xmlns:a="http://schemas.openxmlformats.org/drawingml/2006/main" w="0">
            <a:noFill/>
            <a:prstDash val="solid"/>
          </a:ln>
        </p:spPr>
      </p:sp>
      <p:sp>
        <p:nvSpPr>
          <p:cNvPr id="39" name="p3-box-title-3">
            <a:extLst xmlns:a="http://schemas.openxmlformats.org/drawingml/2006/main">
              <a:ext uri="{FF2B5EF4-FFF2-40B4-BE49-F238E27FC236}">
                <a16:creationId xmlns:a16="http://schemas.microsoft.com/office/drawing/2014/main" id="{917FB76A-5EB9-4A05-9F88-459CBD35A729}"/>
              </a:ext>
            </a:extLst>
          </p:cNvPr>
          <p:cNvSpPr>
            <a:spLocks xmlns:a="http://schemas.openxmlformats.org/drawingml/2006/main" noGrp="1"/>
          </p:cNvSpPr>
          <p:nvPr/>
        </p:nvSpPr>
        <p:spPr>
          <a:xfrm xmlns:a="http://schemas.openxmlformats.org/drawingml/2006/main">
            <a:off x="8953500" y="2381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確認</a:t>
            </a:r>
          </a:p>
        </p:txBody>
      </p:sp>
      <p:sp>
        <p:nvSpPr>
          <p:cNvPr id="40" name="p3-field-3-0">
            <a:extLst xmlns:a="http://schemas.openxmlformats.org/drawingml/2006/main">
              <a:ext uri="{FF2B5EF4-FFF2-40B4-BE49-F238E27FC236}">
                <a16:creationId xmlns:a16="http://schemas.microsoft.com/office/drawing/2014/main" id="{FFA54F63-83F9-4642-A7F4-BC4475391D0A}"/>
              </a:ext>
            </a:extLst>
          </p:cNvPr>
          <p:cNvSpPr>
            <a:spLocks xmlns:a="http://schemas.openxmlformats.org/drawingml/2006/main" noGrp="1"/>
          </p:cNvSpPr>
          <p:nvPr/>
        </p:nvSpPr>
        <p:spPr>
          <a:xfrm xmlns:a="http://schemas.openxmlformats.org/drawingml/2006/main">
            <a:off x="8972550" y="30861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確認者</a:t>
            </a:r>
          </a:p>
        </p:txBody>
      </p:sp>
      <p:sp>
        <p:nvSpPr>
          <p:cNvPr id="41" name="p3-field-rule-3-0">
            <a:extLst xmlns:a="http://schemas.openxmlformats.org/drawingml/2006/main">
              <a:ext uri="{FF2B5EF4-FFF2-40B4-BE49-F238E27FC236}">
                <a16:creationId xmlns:a16="http://schemas.microsoft.com/office/drawing/2014/main" id="{3C4C55F7-BD2C-4B66-83C9-1B856D206B43}"/>
              </a:ext>
            </a:extLst>
          </p:cNvPr>
          <p:cNvSpPr>
            <a:spLocks xmlns:a="http://schemas.openxmlformats.org/drawingml/2006/main" noGrp="1"/>
          </p:cNvSpPr>
          <p:nvPr/>
        </p:nvSpPr>
        <p:spPr>
          <a:xfrm xmlns:a="http://schemas.openxmlformats.org/drawingml/2006/main">
            <a:off x="8972550" y="3409950"/>
            <a:ext cx="177165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42" name="p3-field-3-1">
            <a:extLst xmlns:a="http://schemas.openxmlformats.org/drawingml/2006/main">
              <a:ext uri="{FF2B5EF4-FFF2-40B4-BE49-F238E27FC236}">
                <a16:creationId xmlns:a16="http://schemas.microsoft.com/office/drawing/2014/main" id="{B0885D88-8D09-435D-8A3C-C86132C6EC3D}"/>
              </a:ext>
            </a:extLst>
          </p:cNvPr>
          <p:cNvSpPr>
            <a:spLocks xmlns:a="http://schemas.openxmlformats.org/drawingml/2006/main" noGrp="1"/>
          </p:cNvSpPr>
          <p:nvPr/>
        </p:nvSpPr>
        <p:spPr>
          <a:xfrm xmlns:a="http://schemas.openxmlformats.org/drawingml/2006/main">
            <a:off x="8972550" y="352425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状態</a:t>
            </a:r>
          </a:p>
        </p:txBody>
      </p:sp>
      <p:sp>
        <p:nvSpPr>
          <p:cNvPr id="43" name="p3-field-rule-3-1">
            <a:extLst xmlns:a="http://schemas.openxmlformats.org/drawingml/2006/main">
              <a:ext uri="{FF2B5EF4-FFF2-40B4-BE49-F238E27FC236}">
                <a16:creationId xmlns:a16="http://schemas.microsoft.com/office/drawing/2014/main" id="{6DC3F00F-3CFC-4E7B-82F1-AF6F7539591C}"/>
              </a:ext>
            </a:extLst>
          </p:cNvPr>
          <p:cNvSpPr>
            <a:spLocks xmlns:a="http://schemas.openxmlformats.org/drawingml/2006/main" noGrp="1"/>
          </p:cNvSpPr>
          <p:nvPr/>
        </p:nvSpPr>
        <p:spPr>
          <a:xfrm xmlns:a="http://schemas.openxmlformats.org/drawingml/2006/main">
            <a:off x="8972550" y="3848100"/>
            <a:ext cx="177165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44" name="p3-field-3-2">
            <a:extLst xmlns:a="http://schemas.openxmlformats.org/drawingml/2006/main">
              <a:ext uri="{FF2B5EF4-FFF2-40B4-BE49-F238E27FC236}">
                <a16:creationId xmlns:a16="http://schemas.microsoft.com/office/drawing/2014/main" id="{EB374D05-CE75-466D-A0B9-98499E87572B}"/>
              </a:ext>
            </a:extLst>
          </p:cNvPr>
          <p:cNvSpPr>
            <a:spLocks xmlns:a="http://schemas.openxmlformats.org/drawingml/2006/main" noGrp="1"/>
          </p:cNvSpPr>
          <p:nvPr/>
        </p:nvSpPr>
        <p:spPr>
          <a:xfrm xmlns:a="http://schemas.openxmlformats.org/drawingml/2006/main">
            <a:off x="8972550" y="39624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差し戻し理由</a:t>
            </a:r>
          </a:p>
        </p:txBody>
      </p:sp>
      <p:sp>
        <p:nvSpPr>
          <p:cNvPr id="45" name="p3-bottom">
            <a:extLst xmlns:a="http://schemas.openxmlformats.org/drawingml/2006/main">
              <a:ext uri="{FF2B5EF4-FFF2-40B4-BE49-F238E27FC236}">
                <a16:creationId xmlns:a16="http://schemas.microsoft.com/office/drawing/2014/main" id="{600E1037-50BD-4F31-A347-4ACFB4D1FDD5}"/>
              </a:ext>
            </a:extLst>
          </p:cNvPr>
          <p:cNvSpPr>
            <a:spLocks xmlns:a="http://schemas.openxmlformats.org/drawingml/2006/main" noGrp="1"/>
          </p:cNvSpPr>
          <p:nvPr/>
        </p:nvSpPr>
        <p:spPr>
          <a:xfrm xmlns:a="http://schemas.openxmlformats.org/drawingml/2006/main">
            <a:off x="685800" y="5334000"/>
            <a:ext cx="1026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275" b="1">
                <a:solidFill>
                  <a:srgbClr val="293846"/>
                </a:solidFill>
                <a:latin typeface="Hiragino Sans"/>
                <a:ea typeface="Hiragino Sans"/>
                <a:cs typeface="Hiragino Sans"/>
              </a:defRPr>
            </a:pPr>
            <a:r>
              <a:rPr sz="1275" b="1">
                <a:solidFill>
                  <a:srgbClr val="293846"/>
                </a:solidFill>
                <a:latin typeface="Hiragino Sans"/>
                <a:ea typeface="Hiragino Sans"/>
                <a:cs typeface="Hiragino Sans"/>
              </a:rPr>
              <a:t>写真と確認結果を同じ記録に置き、差し戻し前後の対応を追えるようにする。</a:t>
            </a:r>
          </a:p>
        </p:txBody>
      </p:sp>
    </p:spTree>
    <p:extLst>
      <p:ext uri="{BB962C8B-B14F-4D97-AF65-F5344CB8AC3E}">
        <p14:creationId xmlns:p14="http://schemas.microsoft.com/office/powerpoint/2010/main" val="465988661"/>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2" name="label-4">
            <a:extLst xmlns:a="http://schemas.openxmlformats.org/drawingml/2006/main">
              <a:ext uri="{FF2B5EF4-FFF2-40B4-BE49-F238E27FC236}">
                <a16:creationId xmlns:a16="http://schemas.microsoft.com/office/drawing/2014/main" id="{79143A5B-EC38-402C-8CD3-7FBA631CAA9D}"/>
              </a:ext>
            </a:extLst>
          </p:cNvPr>
          <p:cNvSpPr>
            <a:spLocks xmlns:a="http://schemas.openxmlformats.org/drawingml/2006/main" noGrp="1"/>
          </p:cNvSpPr>
          <p:nvPr/>
        </p:nvSpPr>
        <p:spPr>
          <a:xfrm xmlns:a="http://schemas.openxmlformats.org/drawingml/2006/main">
            <a:off x="533400" y="3238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defRPr sz="975" b="1">
                <a:solidFill>
                  <a:srgbClr val="66717D"/>
                </a:solidFill>
                <a:latin typeface="Hiragino Sans"/>
                <a:ea typeface="Hiragino Sans"/>
                <a:cs typeface="Hiragino Sans"/>
              </a:defRPr>
            </a:pPr>
            <a:r>
              <a:rPr sz="975" b="1">
                <a:solidFill>
                  <a:srgbClr val="66717D"/>
                </a:solidFill>
                <a:latin typeface="Hiragino Sans"/>
                <a:ea typeface="Hiragino Sans"/>
                <a:cs typeface="Hiragino Sans"/>
              </a:rPr>
              <a:t>04  役割</a:t>
            </a:r>
          </a:p>
        </p:txBody>
      </p:sp>
      <p:sp>
        <p:nvSpPr>
          <p:cNvPr id="2" name="title-4">
            <a:extLst xmlns:a="http://schemas.openxmlformats.org/drawingml/2006/main">
              <a:ext uri="{FF2B5EF4-FFF2-40B4-BE49-F238E27FC236}">
                <a16:creationId xmlns:a16="http://schemas.microsoft.com/office/drawing/2014/main" id="{1AD67CA1-A76B-438C-9631-4E3D94721B68}"/>
              </a:ext>
            </a:extLst>
          </p:cNvPr>
          <p:cNvSpPr>
            <a:spLocks xmlns:a="http://schemas.openxmlformats.org/drawingml/2006/main" noGrp="1"/>
          </p:cNvSpPr>
          <p:nvPr/>
        </p:nvSpPr>
        <p:spPr>
          <a:xfrm xmlns:a="http://schemas.openxmlformats.org/drawingml/2006/main">
            <a:off x="533400" y="742950"/>
            <a:ext cx="11125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700" b="1">
                <a:solidFill>
                  <a:srgbClr val="0B1F33"/>
                </a:solidFill>
                <a:latin typeface="Hiragino Sans"/>
                <a:ea typeface="Hiragino Sans"/>
                <a:cs typeface="Hiragino Sans"/>
              </a:defRPr>
            </a:pPr>
            <a:r>
              <a:rPr sz="2700" b="1">
                <a:solidFill>
                  <a:srgbClr val="0B1F33"/>
                </a:solidFill>
                <a:latin typeface="Hiragino Sans"/>
                <a:ea typeface="Hiragino Sans"/>
                <a:cs typeface="Hiragino Sans"/>
              </a:rPr>
              <a:t>撮影者が登録し、確認者が判定と差し戻しを行う</a:t>
            </a:r>
          </a:p>
        </p:txBody>
      </p:sp>
      <p:sp>
        <p:nvSpPr>
          <p:cNvPr id="3" name="title-rule-4">
            <a:extLst xmlns:a="http://schemas.openxmlformats.org/drawingml/2006/main">
              <a:ext uri="{FF2B5EF4-FFF2-40B4-BE49-F238E27FC236}">
                <a16:creationId xmlns:a16="http://schemas.microsoft.com/office/drawing/2014/main" id="{A8239934-1276-475E-8E8C-5FF584A11633}"/>
              </a:ext>
            </a:extLst>
          </p:cNvPr>
          <p:cNvSpPr>
            <a:spLocks xmlns:a="http://schemas.openxmlformats.org/drawingml/2006/main" noGrp="1"/>
          </p:cNvSpPr>
          <p:nvPr/>
        </p:nvSpPr>
        <p:spPr>
          <a:xfrm xmlns:a="http://schemas.openxmlformats.org/drawingml/2006/main">
            <a:off x="533400" y="1543050"/>
            <a:ext cx="11125200" cy="0"/>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4" name="footer-rule-4">
            <a:extLst xmlns:a="http://schemas.openxmlformats.org/drawingml/2006/main">
              <a:ext uri="{FF2B5EF4-FFF2-40B4-BE49-F238E27FC236}">
                <a16:creationId xmlns:a16="http://schemas.microsoft.com/office/drawing/2014/main" id="{D7374FE7-EDAA-4963-A218-F9E95B2ACE89}"/>
              </a:ext>
            </a:extLst>
          </p:cNvPr>
          <p:cNvSpPr>
            <a:spLocks xmlns:a="http://schemas.openxmlformats.org/drawingml/2006/main" noGrp="1"/>
          </p:cNvSpPr>
          <p:nvPr/>
        </p:nvSpPr>
        <p:spPr>
          <a:xfrm xmlns:a="http://schemas.openxmlformats.org/drawingml/2006/main">
            <a:off x="533400" y="6419850"/>
            <a:ext cx="111252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5" name="footer-label-4">
            <a:extLst xmlns:a="http://schemas.openxmlformats.org/drawingml/2006/main">
              <a:ext uri="{FF2B5EF4-FFF2-40B4-BE49-F238E27FC236}">
                <a16:creationId xmlns:a16="http://schemas.microsoft.com/office/drawing/2014/main" id="{26FBA452-B9CE-4C90-BF25-D95118376DD2}"/>
              </a:ext>
            </a:extLst>
          </p:cNvPr>
          <p:cNvSpPr>
            <a:spLocks xmlns:a="http://schemas.openxmlformats.org/drawingml/2006/main" noGrp="1"/>
          </p:cNvSpPr>
          <p:nvPr/>
        </p:nvSpPr>
        <p:spPr>
          <a:xfrm xmlns:a="http://schemas.openxmlformats.org/drawingml/2006/main">
            <a:off x="533400" y="6505575"/>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工事写真の確認フロー / 自主制作</a:t>
            </a:r>
          </a:p>
        </p:txBody>
      </p:sp>
      <p:sp>
        <p:nvSpPr>
          <p:cNvPr id="6" name="footer-page-4">
            <a:extLst xmlns:a="http://schemas.openxmlformats.org/drawingml/2006/main">
              <a:ext uri="{FF2B5EF4-FFF2-40B4-BE49-F238E27FC236}">
                <a16:creationId xmlns:a16="http://schemas.microsoft.com/office/drawing/2014/main" id="{B7FF5C1D-A771-4BCB-B08C-B2B760AB1DD8}"/>
              </a:ext>
            </a:extLst>
          </p:cNvPr>
          <p:cNvSpPr>
            <a:spLocks xmlns:a="http://schemas.openxmlformats.org/drawingml/2006/main" noGrp="1"/>
          </p:cNvSpPr>
          <p:nvPr/>
        </p:nvSpPr>
        <p:spPr>
          <a:xfrm xmlns:a="http://schemas.openxmlformats.org/drawingml/2006/main">
            <a:off x="11049000" y="6505575"/>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04</a:t>
            </a:r>
          </a:p>
        </p:txBody>
      </p:sp>
      <p:sp>
        <p:nvSpPr>
          <p:cNvPr id="7" name="p4-head-0">
            <a:extLst xmlns:a="http://schemas.openxmlformats.org/drawingml/2006/main">
              <a:ext uri="{FF2B5EF4-FFF2-40B4-BE49-F238E27FC236}">
                <a16:creationId xmlns:a16="http://schemas.microsoft.com/office/drawing/2014/main" id="{71D1325D-F284-4E00-991A-D90765432CA2}"/>
              </a:ext>
            </a:extLst>
          </p:cNvPr>
          <p:cNvSpPr>
            <a:spLocks xmlns:a="http://schemas.openxmlformats.org/drawingml/2006/main" noGrp="1"/>
          </p:cNvSpPr>
          <p:nvPr/>
        </p:nvSpPr>
        <p:spPr>
          <a:xfrm xmlns:a="http://schemas.openxmlformats.org/drawingml/2006/main">
            <a:off x="685800" y="1981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975" b="1">
                <a:solidFill>
                  <a:srgbClr val="0B1F33"/>
                </a:solidFill>
                <a:latin typeface="Hiragino Sans"/>
                <a:ea typeface="Hiragino Sans"/>
                <a:cs typeface="Hiragino Sans"/>
              </a:defRPr>
            </a:pPr>
            <a:r>
              <a:rPr sz="975" b="1">
                <a:solidFill>
                  <a:srgbClr val="0B1F33"/>
                </a:solidFill>
                <a:latin typeface="Hiragino Sans"/>
                <a:ea typeface="Hiragino Sans"/>
                <a:cs typeface="Hiragino Sans"/>
              </a:rPr>
              <a:t>作業開始</a:t>
            </a:r>
          </a:p>
        </p:txBody>
      </p:sp>
      <p:sp>
        <p:nvSpPr>
          <p:cNvPr id="8" name="p4-head-1">
            <a:extLst xmlns:a="http://schemas.openxmlformats.org/drawingml/2006/main">
              <a:ext uri="{FF2B5EF4-FFF2-40B4-BE49-F238E27FC236}">
                <a16:creationId xmlns:a16="http://schemas.microsoft.com/office/drawing/2014/main" id="{E9A4D72B-3CB6-4C5A-8393-83C0B29392E8}"/>
              </a:ext>
            </a:extLst>
          </p:cNvPr>
          <p:cNvSpPr>
            <a:spLocks xmlns:a="http://schemas.openxmlformats.org/drawingml/2006/main" noGrp="1"/>
          </p:cNvSpPr>
          <p:nvPr/>
        </p:nvSpPr>
        <p:spPr>
          <a:xfrm xmlns:a="http://schemas.openxmlformats.org/drawingml/2006/main">
            <a:off x="2609850" y="1981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975" b="1">
                <a:solidFill>
                  <a:srgbClr val="0B1F33"/>
                </a:solidFill>
                <a:latin typeface="Hiragino Sans"/>
                <a:ea typeface="Hiragino Sans"/>
                <a:cs typeface="Hiragino Sans"/>
              </a:defRPr>
            </a:pPr>
            <a:r>
              <a:rPr sz="975" b="1">
                <a:solidFill>
                  <a:srgbClr val="0B1F33"/>
                </a:solidFill>
                <a:latin typeface="Hiragino Sans"/>
                <a:ea typeface="Hiragino Sans"/>
                <a:cs typeface="Hiragino Sans"/>
              </a:rPr>
              <a:t>記録</a:t>
            </a:r>
          </a:p>
        </p:txBody>
      </p:sp>
      <p:sp>
        <p:nvSpPr>
          <p:cNvPr id="9" name="p4-head-2">
            <a:extLst xmlns:a="http://schemas.openxmlformats.org/drawingml/2006/main">
              <a:ext uri="{FF2B5EF4-FFF2-40B4-BE49-F238E27FC236}">
                <a16:creationId xmlns:a16="http://schemas.microsoft.com/office/drawing/2014/main" id="{68FC1E82-A6F4-4D57-B789-06B923246222}"/>
              </a:ext>
            </a:extLst>
          </p:cNvPr>
          <p:cNvSpPr>
            <a:spLocks xmlns:a="http://schemas.openxmlformats.org/drawingml/2006/main" noGrp="1"/>
          </p:cNvSpPr>
          <p:nvPr/>
        </p:nvSpPr>
        <p:spPr>
          <a:xfrm xmlns:a="http://schemas.openxmlformats.org/drawingml/2006/main">
            <a:off x="4533900" y="1981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975" b="1">
                <a:solidFill>
                  <a:srgbClr val="0B1F33"/>
                </a:solidFill>
                <a:latin typeface="Hiragino Sans"/>
                <a:ea typeface="Hiragino Sans"/>
                <a:cs typeface="Hiragino Sans"/>
              </a:defRPr>
            </a:pPr>
            <a:r>
              <a:rPr sz="975" b="1">
                <a:solidFill>
                  <a:srgbClr val="0B1F33"/>
                </a:solidFill>
                <a:latin typeface="Hiragino Sans"/>
                <a:ea typeface="Hiragino Sans"/>
                <a:cs typeface="Hiragino Sans"/>
              </a:rPr>
              <a:t>確認</a:t>
            </a:r>
          </a:p>
        </p:txBody>
      </p:sp>
      <p:sp>
        <p:nvSpPr>
          <p:cNvPr id="10" name="p4-head-3">
            <a:extLst xmlns:a="http://schemas.openxmlformats.org/drawingml/2006/main">
              <a:ext uri="{FF2B5EF4-FFF2-40B4-BE49-F238E27FC236}">
                <a16:creationId xmlns:a16="http://schemas.microsoft.com/office/drawing/2014/main" id="{3798D483-CBD7-4743-988B-FFA933E133CE}"/>
              </a:ext>
            </a:extLst>
          </p:cNvPr>
          <p:cNvSpPr>
            <a:spLocks xmlns:a="http://schemas.openxmlformats.org/drawingml/2006/main" noGrp="1"/>
          </p:cNvSpPr>
          <p:nvPr/>
        </p:nvSpPr>
        <p:spPr>
          <a:xfrm xmlns:a="http://schemas.openxmlformats.org/drawingml/2006/main">
            <a:off x="6457950" y="1981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975" b="1">
                <a:solidFill>
                  <a:srgbClr val="0B1F33"/>
                </a:solidFill>
                <a:latin typeface="Hiragino Sans"/>
                <a:ea typeface="Hiragino Sans"/>
                <a:cs typeface="Hiragino Sans"/>
              </a:defRPr>
            </a:pPr>
            <a:r>
              <a:rPr sz="975" b="1">
                <a:solidFill>
                  <a:srgbClr val="0B1F33"/>
                </a:solidFill>
                <a:latin typeface="Hiragino Sans"/>
                <a:ea typeface="Hiragino Sans"/>
                <a:cs typeface="Hiragino Sans"/>
              </a:rPr>
              <a:t>差し戻し</a:t>
            </a:r>
          </a:p>
        </p:txBody>
      </p:sp>
      <p:sp>
        <p:nvSpPr>
          <p:cNvPr id="11" name="p4-head-4">
            <a:extLst xmlns:a="http://schemas.openxmlformats.org/drawingml/2006/main">
              <a:ext uri="{FF2B5EF4-FFF2-40B4-BE49-F238E27FC236}">
                <a16:creationId xmlns:a16="http://schemas.microsoft.com/office/drawing/2014/main" id="{2D5E4A23-B827-45B2-9235-CA8C0B717DBF}"/>
              </a:ext>
            </a:extLst>
          </p:cNvPr>
          <p:cNvSpPr>
            <a:spLocks xmlns:a="http://schemas.openxmlformats.org/drawingml/2006/main" noGrp="1"/>
          </p:cNvSpPr>
          <p:nvPr/>
        </p:nvSpPr>
        <p:spPr>
          <a:xfrm xmlns:a="http://schemas.openxmlformats.org/drawingml/2006/main">
            <a:off x="8382000" y="1981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975" b="1">
                <a:solidFill>
                  <a:srgbClr val="0B1F33"/>
                </a:solidFill>
                <a:latin typeface="Hiragino Sans"/>
                <a:ea typeface="Hiragino Sans"/>
                <a:cs typeface="Hiragino Sans"/>
              </a:defRPr>
            </a:pPr>
            <a:r>
              <a:rPr sz="975" b="1">
                <a:solidFill>
                  <a:srgbClr val="0B1F33"/>
                </a:solidFill>
                <a:latin typeface="Hiragino Sans"/>
                <a:ea typeface="Hiragino Sans"/>
                <a:cs typeface="Hiragino Sans"/>
              </a:rPr>
              <a:t>再提出</a:t>
            </a:r>
          </a:p>
        </p:txBody>
      </p:sp>
      <p:sp>
        <p:nvSpPr>
          <p:cNvPr id="12" name="p4-head-5">
            <a:extLst xmlns:a="http://schemas.openxmlformats.org/drawingml/2006/main">
              <a:ext uri="{FF2B5EF4-FFF2-40B4-BE49-F238E27FC236}">
                <a16:creationId xmlns:a16="http://schemas.microsoft.com/office/drawing/2014/main" id="{38CADD8D-299D-4B9A-BBC7-C899E16F0CE4}"/>
              </a:ext>
            </a:extLst>
          </p:cNvPr>
          <p:cNvSpPr>
            <a:spLocks xmlns:a="http://schemas.openxmlformats.org/drawingml/2006/main" noGrp="1"/>
          </p:cNvSpPr>
          <p:nvPr/>
        </p:nvSpPr>
        <p:spPr>
          <a:xfrm xmlns:a="http://schemas.openxmlformats.org/drawingml/2006/main">
            <a:off x="10306050" y="1981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975" b="1">
                <a:solidFill>
                  <a:srgbClr val="3E715B"/>
                </a:solidFill>
                <a:latin typeface="Hiragino Sans"/>
                <a:ea typeface="Hiragino Sans"/>
                <a:cs typeface="Hiragino Sans"/>
              </a:defRPr>
            </a:pPr>
            <a:r>
              <a:rPr sz="975" b="1">
                <a:solidFill>
                  <a:srgbClr val="3E715B"/>
                </a:solidFill>
                <a:latin typeface="Hiragino Sans"/>
                <a:ea typeface="Hiragino Sans"/>
                <a:cs typeface="Hiragino Sans"/>
              </a:rPr>
              <a:t>完了</a:t>
            </a:r>
          </a:p>
        </p:txBody>
      </p:sp>
      <p:sp>
        <p:nvSpPr>
          <p:cNvPr id="13" name="p4-head-rule">
            <a:extLst xmlns:a="http://schemas.openxmlformats.org/drawingml/2006/main">
              <a:ext uri="{FF2B5EF4-FFF2-40B4-BE49-F238E27FC236}">
                <a16:creationId xmlns:a16="http://schemas.microsoft.com/office/drawing/2014/main" id="{EDBCE44F-A112-4B84-BA57-75B4EA9441A1}"/>
              </a:ext>
            </a:extLst>
          </p:cNvPr>
          <p:cNvSpPr>
            <a:spLocks xmlns:a="http://schemas.openxmlformats.org/drawingml/2006/main" noGrp="1"/>
          </p:cNvSpPr>
          <p:nvPr/>
        </p:nvSpPr>
        <p:spPr>
          <a:xfrm xmlns:a="http://schemas.openxmlformats.org/drawingml/2006/main">
            <a:off x="685800" y="2324100"/>
            <a:ext cx="108585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14" name="p4-lane-0">
            <a:extLst xmlns:a="http://schemas.openxmlformats.org/drawingml/2006/main">
              <a:ext uri="{FF2B5EF4-FFF2-40B4-BE49-F238E27FC236}">
                <a16:creationId xmlns:a16="http://schemas.microsoft.com/office/drawing/2014/main" id="{E558F618-E9AF-4825-BC25-B8FF990CE4EB}"/>
              </a:ext>
            </a:extLst>
          </p:cNvPr>
          <p:cNvSpPr>
            <a:spLocks xmlns:a="http://schemas.openxmlformats.org/drawingml/2006/main" noGrp="1"/>
          </p:cNvSpPr>
          <p:nvPr/>
        </p:nvSpPr>
        <p:spPr>
          <a:xfrm xmlns:a="http://schemas.openxmlformats.org/drawingml/2006/main">
            <a:off x="685800" y="2571750"/>
            <a:ext cx="10858500" cy="1181100"/>
          </a:xfrm>
          <a:prstGeom xmlns:a="http://schemas.openxmlformats.org/drawingml/2006/main" prst="rect">
            <a:avLst/>
          </a:prstGeom>
          <a:solidFill xmlns:a="http://schemas.openxmlformats.org/drawingml/2006/main">
            <a:srgbClr val="F7E5DB"/>
          </a:solidFill>
          <a:ln xmlns:a="http://schemas.openxmlformats.org/drawingml/2006/main" w="0">
            <a:noFill/>
            <a:prstDash val="solid"/>
          </a:ln>
        </p:spPr>
      </p:sp>
      <p:sp>
        <p:nvSpPr>
          <p:cNvPr id="15" name="p4-lane-label-0">
            <a:extLst xmlns:a="http://schemas.openxmlformats.org/drawingml/2006/main">
              <a:ext uri="{FF2B5EF4-FFF2-40B4-BE49-F238E27FC236}">
                <a16:creationId xmlns:a16="http://schemas.microsoft.com/office/drawing/2014/main" id="{59CB68AF-F18D-408D-A24B-B0D7A2100FD9}"/>
              </a:ext>
            </a:extLst>
          </p:cNvPr>
          <p:cNvSpPr>
            <a:spLocks xmlns:a="http://schemas.openxmlformats.org/drawingml/2006/main" noGrp="1"/>
          </p:cNvSpPr>
          <p:nvPr/>
        </p:nvSpPr>
        <p:spPr>
          <a:xfrm xmlns:a="http://schemas.openxmlformats.org/drawingml/2006/main">
            <a:off x="838200" y="299085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0B1F33"/>
                </a:solidFill>
                <a:latin typeface="Hiragino Sans"/>
                <a:ea typeface="Hiragino Sans"/>
                <a:cs typeface="Hiragino Sans"/>
              </a:defRPr>
            </a:pPr>
            <a:r>
              <a:rPr sz="1200" b="1">
                <a:solidFill>
                  <a:srgbClr val="0B1F33"/>
                </a:solidFill>
                <a:latin typeface="Hiragino Sans"/>
                <a:ea typeface="Hiragino Sans"/>
                <a:cs typeface="Hiragino Sans"/>
              </a:rPr>
              <a:t>撮影者</a:t>
            </a:r>
          </a:p>
        </p:txBody>
      </p:sp>
      <p:sp>
        <p:nvSpPr>
          <p:cNvPr id="16" name="p4-lane-1">
            <a:extLst xmlns:a="http://schemas.openxmlformats.org/drawingml/2006/main">
              <a:ext uri="{FF2B5EF4-FFF2-40B4-BE49-F238E27FC236}">
                <a16:creationId xmlns:a16="http://schemas.microsoft.com/office/drawing/2014/main" id="{1EF80F79-5691-4EBF-8CD7-F71B2A10DC8C}"/>
              </a:ext>
            </a:extLst>
          </p:cNvPr>
          <p:cNvSpPr>
            <a:spLocks xmlns:a="http://schemas.openxmlformats.org/drawingml/2006/main" noGrp="1"/>
          </p:cNvSpPr>
          <p:nvPr/>
        </p:nvSpPr>
        <p:spPr>
          <a:xfrm xmlns:a="http://schemas.openxmlformats.org/drawingml/2006/main">
            <a:off x="685800" y="3943350"/>
            <a:ext cx="10858500" cy="1181100"/>
          </a:xfrm>
          <a:prstGeom xmlns:a="http://schemas.openxmlformats.org/drawingml/2006/main" prst="rect">
            <a:avLst/>
          </a:prstGeom>
          <a:solidFill xmlns:a="http://schemas.openxmlformats.org/drawingml/2006/main">
            <a:srgbClr val="E7EDF2"/>
          </a:solidFill>
          <a:ln xmlns:a="http://schemas.openxmlformats.org/drawingml/2006/main" w="0">
            <a:noFill/>
            <a:prstDash val="solid"/>
          </a:ln>
        </p:spPr>
      </p:sp>
      <p:sp>
        <p:nvSpPr>
          <p:cNvPr id="17" name="p4-lane-label-1">
            <a:extLst xmlns:a="http://schemas.openxmlformats.org/drawingml/2006/main">
              <a:ext uri="{FF2B5EF4-FFF2-40B4-BE49-F238E27FC236}">
                <a16:creationId xmlns:a16="http://schemas.microsoft.com/office/drawing/2014/main" id="{974346CC-C8CE-4022-87E0-F5F24CD40504}"/>
              </a:ext>
            </a:extLst>
          </p:cNvPr>
          <p:cNvSpPr>
            <a:spLocks xmlns:a="http://schemas.openxmlformats.org/drawingml/2006/main" noGrp="1"/>
          </p:cNvSpPr>
          <p:nvPr/>
        </p:nvSpPr>
        <p:spPr>
          <a:xfrm xmlns:a="http://schemas.openxmlformats.org/drawingml/2006/main">
            <a:off x="838200" y="436245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0B1F33"/>
                </a:solidFill>
                <a:latin typeface="Hiragino Sans"/>
                <a:ea typeface="Hiragino Sans"/>
                <a:cs typeface="Hiragino Sans"/>
              </a:defRPr>
            </a:pPr>
            <a:r>
              <a:rPr sz="1200" b="1">
                <a:solidFill>
                  <a:srgbClr val="0B1F33"/>
                </a:solidFill>
                <a:latin typeface="Hiragino Sans"/>
                <a:ea typeface="Hiragino Sans"/>
                <a:cs typeface="Hiragino Sans"/>
              </a:rPr>
              <a:t>確認者</a:t>
            </a:r>
          </a:p>
        </p:txBody>
      </p:sp>
      <p:sp>
        <p:nvSpPr>
          <p:cNvPr id="18" name="p4-step-0">
            <a:extLst xmlns:a="http://schemas.openxmlformats.org/drawingml/2006/main">
              <a:ext uri="{FF2B5EF4-FFF2-40B4-BE49-F238E27FC236}">
                <a16:creationId xmlns:a16="http://schemas.microsoft.com/office/drawing/2014/main" id="{39FB795C-0262-4BF3-AF3B-2E01B18D7AA8}"/>
              </a:ext>
            </a:extLst>
          </p:cNvPr>
          <p:cNvSpPr>
            <a:spLocks xmlns:a="http://schemas.openxmlformats.org/drawingml/2006/main" noGrp="1"/>
          </p:cNvSpPr>
          <p:nvPr/>
        </p:nvSpPr>
        <p:spPr>
          <a:xfrm xmlns:a="http://schemas.openxmlformats.org/drawingml/2006/main">
            <a:off x="2095500" y="2876550"/>
            <a:ext cx="152400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84414"/>
            </a:solidFill>
            <a:prstDash val="solid"/>
          </a:ln>
        </p:spPr>
      </p:sp>
      <p:sp>
        <p:nvSpPr>
          <p:cNvPr id="19" name="p4-step-text-0">
            <a:extLst xmlns:a="http://schemas.openxmlformats.org/drawingml/2006/main">
              <a:ext uri="{FF2B5EF4-FFF2-40B4-BE49-F238E27FC236}">
                <a16:creationId xmlns:a16="http://schemas.microsoft.com/office/drawing/2014/main" id="{BC98946B-543C-43C2-BD0C-416E7EF924AF}"/>
              </a:ext>
            </a:extLst>
          </p:cNvPr>
          <p:cNvSpPr>
            <a:spLocks xmlns:a="http://schemas.openxmlformats.org/drawingml/2006/main" noGrp="1"/>
          </p:cNvSpPr>
          <p:nvPr/>
        </p:nvSpPr>
        <p:spPr>
          <a:xfrm xmlns:a="http://schemas.openxmlformats.org/drawingml/2006/main">
            <a:off x="2190750" y="2981325"/>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0B1F33"/>
                </a:solidFill>
                <a:latin typeface="Hiragino Sans"/>
                <a:ea typeface="Hiragino Sans"/>
                <a:cs typeface="Hiragino Sans"/>
              </a:defRPr>
            </a:pPr>
            <a:r>
              <a:rPr sz="975" b="1">
                <a:solidFill>
                  <a:srgbClr val="0B1F33"/>
                </a:solidFill>
                <a:latin typeface="Hiragino Sans"/>
                <a:ea typeface="Hiragino Sans"/>
                <a:cs typeface="Hiragino Sans"/>
              </a:rPr>
              <a:t>工区と工程を選ぶ</a:t>
            </a:r>
          </a:p>
        </p:txBody>
      </p:sp>
      <p:sp>
        <p:nvSpPr>
          <p:cNvPr id="20" name="p4-step-1">
            <a:extLst xmlns:a="http://schemas.openxmlformats.org/drawingml/2006/main">
              <a:ext uri="{FF2B5EF4-FFF2-40B4-BE49-F238E27FC236}">
                <a16:creationId xmlns:a16="http://schemas.microsoft.com/office/drawing/2014/main" id="{05997E66-4A8E-4788-80E2-7972B2A61925}"/>
              </a:ext>
            </a:extLst>
          </p:cNvPr>
          <p:cNvSpPr>
            <a:spLocks xmlns:a="http://schemas.openxmlformats.org/drawingml/2006/main" noGrp="1"/>
          </p:cNvSpPr>
          <p:nvPr/>
        </p:nvSpPr>
        <p:spPr>
          <a:xfrm xmlns:a="http://schemas.openxmlformats.org/drawingml/2006/main">
            <a:off x="3810000" y="2876550"/>
            <a:ext cx="152400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84414"/>
            </a:solidFill>
            <a:prstDash val="solid"/>
          </a:ln>
        </p:spPr>
      </p:sp>
      <p:sp>
        <p:nvSpPr>
          <p:cNvPr id="21" name="p4-step-text-1">
            <a:extLst xmlns:a="http://schemas.openxmlformats.org/drawingml/2006/main">
              <a:ext uri="{FF2B5EF4-FFF2-40B4-BE49-F238E27FC236}">
                <a16:creationId xmlns:a16="http://schemas.microsoft.com/office/drawing/2014/main" id="{388ACF67-BE3C-4060-9BB7-1E321235E0D1}"/>
              </a:ext>
            </a:extLst>
          </p:cNvPr>
          <p:cNvSpPr>
            <a:spLocks xmlns:a="http://schemas.openxmlformats.org/drawingml/2006/main" noGrp="1"/>
          </p:cNvSpPr>
          <p:nvPr/>
        </p:nvSpPr>
        <p:spPr>
          <a:xfrm xmlns:a="http://schemas.openxmlformats.org/drawingml/2006/main">
            <a:off x="3905250" y="2981325"/>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0B1F33"/>
                </a:solidFill>
                <a:latin typeface="Hiragino Sans"/>
                <a:ea typeface="Hiragino Sans"/>
                <a:cs typeface="Hiragino Sans"/>
              </a:defRPr>
            </a:pPr>
            <a:r>
              <a:rPr sz="975" b="1">
                <a:solidFill>
                  <a:srgbClr val="0B1F33"/>
                </a:solidFill>
                <a:latin typeface="Hiragino Sans"/>
                <a:ea typeface="Hiragino Sans"/>
                <a:cs typeface="Hiragino Sans"/>
              </a:rPr>
              <a:t>写真・撮影箇所を登録</a:t>
            </a:r>
          </a:p>
        </p:txBody>
      </p:sp>
      <p:sp>
        <p:nvSpPr>
          <p:cNvPr id="22" name="p4-step-2">
            <a:extLst xmlns:a="http://schemas.openxmlformats.org/drawingml/2006/main">
              <a:ext uri="{FF2B5EF4-FFF2-40B4-BE49-F238E27FC236}">
                <a16:creationId xmlns:a16="http://schemas.microsoft.com/office/drawing/2014/main" id="{9E6650B5-F661-499F-86CB-96F7C2CE8B28}"/>
              </a:ext>
            </a:extLst>
          </p:cNvPr>
          <p:cNvSpPr>
            <a:spLocks xmlns:a="http://schemas.openxmlformats.org/drawingml/2006/main" noGrp="1"/>
          </p:cNvSpPr>
          <p:nvPr/>
        </p:nvSpPr>
        <p:spPr>
          <a:xfrm xmlns:a="http://schemas.openxmlformats.org/drawingml/2006/main">
            <a:off x="5524500" y="4248150"/>
            <a:ext cx="152400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315B75"/>
            </a:solidFill>
            <a:prstDash val="solid"/>
          </a:ln>
        </p:spPr>
      </p:sp>
      <p:sp>
        <p:nvSpPr>
          <p:cNvPr id="23" name="p4-step-text-2">
            <a:extLst xmlns:a="http://schemas.openxmlformats.org/drawingml/2006/main">
              <a:ext uri="{FF2B5EF4-FFF2-40B4-BE49-F238E27FC236}">
                <a16:creationId xmlns:a16="http://schemas.microsoft.com/office/drawing/2014/main" id="{D758E3A6-B4C0-4DF5-8B1B-C628CE24DF0A}"/>
              </a:ext>
            </a:extLst>
          </p:cNvPr>
          <p:cNvSpPr>
            <a:spLocks xmlns:a="http://schemas.openxmlformats.org/drawingml/2006/main" noGrp="1"/>
          </p:cNvSpPr>
          <p:nvPr/>
        </p:nvSpPr>
        <p:spPr>
          <a:xfrm xmlns:a="http://schemas.openxmlformats.org/drawingml/2006/main">
            <a:off x="5619750" y="4352925"/>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0B1F33"/>
                </a:solidFill>
                <a:latin typeface="Hiragino Sans"/>
                <a:ea typeface="Hiragino Sans"/>
                <a:cs typeface="Hiragino Sans"/>
              </a:defRPr>
            </a:pPr>
            <a:r>
              <a:rPr sz="975" b="1">
                <a:solidFill>
                  <a:srgbClr val="0B1F33"/>
                </a:solidFill>
                <a:latin typeface="Hiragino Sans"/>
                <a:ea typeface="Hiragino Sans"/>
                <a:cs typeface="Hiragino Sans"/>
              </a:rPr>
              <a:t>必須項目を確認</a:t>
            </a:r>
          </a:p>
        </p:txBody>
      </p:sp>
      <p:sp>
        <p:nvSpPr>
          <p:cNvPr id="24" name="p4-step-3">
            <a:extLst xmlns:a="http://schemas.openxmlformats.org/drawingml/2006/main">
              <a:ext uri="{FF2B5EF4-FFF2-40B4-BE49-F238E27FC236}">
                <a16:creationId xmlns:a16="http://schemas.microsoft.com/office/drawing/2014/main" id="{FD32CE9C-BD03-44EF-9204-89131E75E17B}"/>
              </a:ext>
            </a:extLst>
          </p:cNvPr>
          <p:cNvSpPr>
            <a:spLocks xmlns:a="http://schemas.openxmlformats.org/drawingml/2006/main" noGrp="1"/>
          </p:cNvSpPr>
          <p:nvPr/>
        </p:nvSpPr>
        <p:spPr>
          <a:xfrm xmlns:a="http://schemas.openxmlformats.org/drawingml/2006/main">
            <a:off x="7239000" y="4248150"/>
            <a:ext cx="152400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315B75"/>
            </a:solidFill>
            <a:prstDash val="solid"/>
          </a:ln>
        </p:spPr>
      </p:sp>
      <p:sp>
        <p:nvSpPr>
          <p:cNvPr id="25" name="p4-step-text-3">
            <a:extLst xmlns:a="http://schemas.openxmlformats.org/drawingml/2006/main">
              <a:ext uri="{FF2B5EF4-FFF2-40B4-BE49-F238E27FC236}">
                <a16:creationId xmlns:a16="http://schemas.microsoft.com/office/drawing/2014/main" id="{37793614-D687-4579-965E-3D804B3FDBC9}"/>
              </a:ext>
            </a:extLst>
          </p:cNvPr>
          <p:cNvSpPr>
            <a:spLocks xmlns:a="http://schemas.openxmlformats.org/drawingml/2006/main" noGrp="1"/>
          </p:cNvSpPr>
          <p:nvPr/>
        </p:nvSpPr>
        <p:spPr>
          <a:xfrm xmlns:a="http://schemas.openxmlformats.org/drawingml/2006/main">
            <a:off x="7334250" y="4352925"/>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0B1F33"/>
                </a:solidFill>
                <a:latin typeface="Hiragino Sans"/>
                <a:ea typeface="Hiragino Sans"/>
                <a:cs typeface="Hiragino Sans"/>
              </a:defRPr>
            </a:pPr>
            <a:r>
              <a:rPr sz="975" b="1">
                <a:solidFill>
                  <a:srgbClr val="0B1F33"/>
                </a:solidFill>
                <a:latin typeface="Hiragino Sans"/>
                <a:ea typeface="Hiragino Sans"/>
                <a:cs typeface="Hiragino Sans"/>
              </a:rPr>
              <a:t>是正内容を返す</a:t>
            </a:r>
          </a:p>
        </p:txBody>
      </p:sp>
      <p:sp>
        <p:nvSpPr>
          <p:cNvPr id="26" name="p4-step-4">
            <a:extLst xmlns:a="http://schemas.openxmlformats.org/drawingml/2006/main">
              <a:ext uri="{FF2B5EF4-FFF2-40B4-BE49-F238E27FC236}">
                <a16:creationId xmlns:a16="http://schemas.microsoft.com/office/drawing/2014/main" id="{3CD08970-7AEA-4F77-B376-6B64BB912E96}"/>
              </a:ext>
            </a:extLst>
          </p:cNvPr>
          <p:cNvSpPr>
            <a:spLocks xmlns:a="http://schemas.openxmlformats.org/drawingml/2006/main" noGrp="1"/>
          </p:cNvSpPr>
          <p:nvPr/>
        </p:nvSpPr>
        <p:spPr>
          <a:xfrm xmlns:a="http://schemas.openxmlformats.org/drawingml/2006/main">
            <a:off x="8953500" y="2876550"/>
            <a:ext cx="114300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84414"/>
            </a:solidFill>
            <a:prstDash val="solid"/>
          </a:ln>
        </p:spPr>
      </p:sp>
      <p:sp>
        <p:nvSpPr>
          <p:cNvPr id="27" name="p4-step-text-4">
            <a:extLst xmlns:a="http://schemas.openxmlformats.org/drawingml/2006/main">
              <a:ext uri="{FF2B5EF4-FFF2-40B4-BE49-F238E27FC236}">
                <a16:creationId xmlns:a16="http://schemas.microsoft.com/office/drawing/2014/main" id="{00471B2E-D2ED-4599-B021-96C3CC5A0DAA}"/>
              </a:ext>
            </a:extLst>
          </p:cNvPr>
          <p:cNvSpPr>
            <a:spLocks xmlns:a="http://schemas.openxmlformats.org/drawingml/2006/main" noGrp="1"/>
          </p:cNvSpPr>
          <p:nvPr/>
        </p:nvSpPr>
        <p:spPr>
          <a:xfrm xmlns:a="http://schemas.openxmlformats.org/drawingml/2006/main">
            <a:off x="9048750" y="2981325"/>
            <a:ext cx="95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0B1F33"/>
                </a:solidFill>
                <a:latin typeface="Hiragino Sans"/>
                <a:ea typeface="Hiragino Sans"/>
                <a:cs typeface="Hiragino Sans"/>
              </a:defRPr>
            </a:pPr>
            <a:r>
              <a:rPr sz="975" b="1">
                <a:solidFill>
                  <a:srgbClr val="0B1F33"/>
                </a:solidFill>
                <a:latin typeface="Hiragino Sans"/>
                <a:ea typeface="Hiragino Sans"/>
                <a:cs typeface="Hiragino Sans"/>
              </a:rPr>
              <a:t>追記・再撮影</a:t>
            </a:r>
          </a:p>
        </p:txBody>
      </p:sp>
      <p:sp>
        <p:nvSpPr>
          <p:cNvPr id="28" name="p4-step-5">
            <a:extLst xmlns:a="http://schemas.openxmlformats.org/drawingml/2006/main">
              <a:ext uri="{FF2B5EF4-FFF2-40B4-BE49-F238E27FC236}">
                <a16:creationId xmlns:a16="http://schemas.microsoft.com/office/drawing/2014/main" id="{3C83C575-6D00-4323-9E8C-CC9836E66669}"/>
              </a:ext>
            </a:extLst>
          </p:cNvPr>
          <p:cNvSpPr>
            <a:spLocks xmlns:a="http://schemas.openxmlformats.org/drawingml/2006/main" noGrp="1"/>
          </p:cNvSpPr>
          <p:nvPr/>
        </p:nvSpPr>
        <p:spPr>
          <a:xfrm xmlns:a="http://schemas.openxmlformats.org/drawingml/2006/main">
            <a:off x="10267950" y="4248150"/>
            <a:ext cx="106680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3E715B"/>
            </a:solidFill>
            <a:prstDash val="solid"/>
          </a:ln>
        </p:spPr>
      </p:sp>
      <p:sp>
        <p:nvSpPr>
          <p:cNvPr id="29" name="p4-step-text-5">
            <a:extLst xmlns:a="http://schemas.openxmlformats.org/drawingml/2006/main">
              <a:ext uri="{FF2B5EF4-FFF2-40B4-BE49-F238E27FC236}">
                <a16:creationId xmlns:a16="http://schemas.microsoft.com/office/drawing/2014/main" id="{0BD5CD61-51C0-4354-8293-BE1F583C5BD7}"/>
              </a:ext>
            </a:extLst>
          </p:cNvPr>
          <p:cNvSpPr>
            <a:spLocks xmlns:a="http://schemas.openxmlformats.org/drawingml/2006/main" noGrp="1"/>
          </p:cNvSpPr>
          <p:nvPr/>
        </p:nvSpPr>
        <p:spPr>
          <a:xfrm xmlns:a="http://schemas.openxmlformats.org/drawingml/2006/main">
            <a:off x="10363200" y="4352925"/>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0B1F33"/>
                </a:solidFill>
                <a:latin typeface="Hiragino Sans"/>
                <a:ea typeface="Hiragino Sans"/>
                <a:cs typeface="Hiragino Sans"/>
              </a:defRPr>
            </a:pPr>
            <a:r>
              <a:rPr sz="975" b="1">
                <a:solidFill>
                  <a:srgbClr val="0B1F33"/>
                </a:solidFill>
                <a:latin typeface="Hiragino Sans"/>
                <a:ea typeface="Hiragino Sans"/>
                <a:cs typeface="Hiragino Sans"/>
              </a:rPr>
              <a:t>確認済みに変更</a:t>
            </a:r>
          </a:p>
        </p:txBody>
      </p:sp>
      <p:sp>
        <p:nvSpPr>
          <p:cNvPr id="30" name="p4-link-0">
            <a:extLst xmlns:a="http://schemas.openxmlformats.org/drawingml/2006/main">
              <a:ext uri="{FF2B5EF4-FFF2-40B4-BE49-F238E27FC236}">
                <a16:creationId xmlns:a16="http://schemas.microsoft.com/office/drawing/2014/main" id="{4C468475-A449-4404-A483-80261E6B268A}"/>
              </a:ext>
            </a:extLst>
          </p:cNvPr>
          <p:cNvSpPr>
            <a:spLocks xmlns:a="http://schemas.openxmlformats.org/drawingml/2006/main" noGrp="1"/>
          </p:cNvSpPr>
          <p:nvPr/>
        </p:nvSpPr>
        <p:spPr>
          <a:xfrm xmlns:a="http://schemas.openxmlformats.org/drawingml/2006/main">
            <a:off x="3619500" y="3152775"/>
            <a:ext cx="190500" cy="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31" name="p4-link-1a">
            <a:extLst xmlns:a="http://schemas.openxmlformats.org/drawingml/2006/main">
              <a:ext uri="{FF2B5EF4-FFF2-40B4-BE49-F238E27FC236}">
                <a16:creationId xmlns:a16="http://schemas.microsoft.com/office/drawing/2014/main" id="{3E86F754-7566-46FF-A6D7-BC4CF193B384}"/>
              </a:ext>
            </a:extLst>
          </p:cNvPr>
          <p:cNvSpPr>
            <a:spLocks xmlns:a="http://schemas.openxmlformats.org/drawingml/2006/main" noGrp="1"/>
          </p:cNvSpPr>
          <p:nvPr/>
        </p:nvSpPr>
        <p:spPr>
          <a:xfrm xmlns:a="http://schemas.openxmlformats.org/drawingml/2006/main">
            <a:off x="5334000" y="3152775"/>
            <a:ext cx="95250" cy="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32" name="p4-link-1b">
            <a:extLst xmlns:a="http://schemas.openxmlformats.org/drawingml/2006/main">
              <a:ext uri="{FF2B5EF4-FFF2-40B4-BE49-F238E27FC236}">
                <a16:creationId xmlns:a16="http://schemas.microsoft.com/office/drawing/2014/main" id="{798B4A14-894B-474C-9514-ABE3811FF333}"/>
              </a:ext>
            </a:extLst>
          </p:cNvPr>
          <p:cNvSpPr>
            <a:spLocks xmlns:a="http://schemas.openxmlformats.org/drawingml/2006/main" noGrp="1"/>
          </p:cNvSpPr>
          <p:nvPr/>
        </p:nvSpPr>
        <p:spPr>
          <a:xfrm xmlns:a="http://schemas.openxmlformats.org/drawingml/2006/main">
            <a:off x="5429250" y="3152775"/>
            <a:ext cx="0" cy="137160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33" name="p4-link-1c">
            <a:extLst xmlns:a="http://schemas.openxmlformats.org/drawingml/2006/main">
              <a:ext uri="{FF2B5EF4-FFF2-40B4-BE49-F238E27FC236}">
                <a16:creationId xmlns:a16="http://schemas.microsoft.com/office/drawing/2014/main" id="{8BEB3C12-EB94-4EDB-A3DA-7A13C4D62F48}"/>
              </a:ext>
            </a:extLst>
          </p:cNvPr>
          <p:cNvSpPr>
            <a:spLocks xmlns:a="http://schemas.openxmlformats.org/drawingml/2006/main" noGrp="1"/>
          </p:cNvSpPr>
          <p:nvPr/>
        </p:nvSpPr>
        <p:spPr>
          <a:xfrm xmlns:a="http://schemas.openxmlformats.org/drawingml/2006/main">
            <a:off x="5429250" y="4524375"/>
            <a:ext cx="95250" cy="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34" name="p4-link-2">
            <a:extLst xmlns:a="http://schemas.openxmlformats.org/drawingml/2006/main">
              <a:ext uri="{FF2B5EF4-FFF2-40B4-BE49-F238E27FC236}">
                <a16:creationId xmlns:a16="http://schemas.microsoft.com/office/drawing/2014/main" id="{B90E0732-0E36-404B-81F9-928708BFE760}"/>
              </a:ext>
            </a:extLst>
          </p:cNvPr>
          <p:cNvSpPr>
            <a:spLocks xmlns:a="http://schemas.openxmlformats.org/drawingml/2006/main" noGrp="1"/>
          </p:cNvSpPr>
          <p:nvPr/>
        </p:nvSpPr>
        <p:spPr>
          <a:xfrm xmlns:a="http://schemas.openxmlformats.org/drawingml/2006/main">
            <a:off x="7048500" y="4524375"/>
            <a:ext cx="190500" cy="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35" name="p4-link-3a">
            <a:extLst xmlns:a="http://schemas.openxmlformats.org/drawingml/2006/main">
              <a:ext uri="{FF2B5EF4-FFF2-40B4-BE49-F238E27FC236}">
                <a16:creationId xmlns:a16="http://schemas.microsoft.com/office/drawing/2014/main" id="{A79E8BBC-47C9-49C7-B6CC-AC13A9660016}"/>
              </a:ext>
            </a:extLst>
          </p:cNvPr>
          <p:cNvSpPr>
            <a:spLocks xmlns:a="http://schemas.openxmlformats.org/drawingml/2006/main" noGrp="1"/>
          </p:cNvSpPr>
          <p:nvPr/>
        </p:nvSpPr>
        <p:spPr>
          <a:xfrm xmlns:a="http://schemas.openxmlformats.org/drawingml/2006/main">
            <a:off x="8763000" y="4524375"/>
            <a:ext cx="95250" cy="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36" name="p4-link-3b">
            <a:extLst xmlns:a="http://schemas.openxmlformats.org/drawingml/2006/main">
              <a:ext uri="{FF2B5EF4-FFF2-40B4-BE49-F238E27FC236}">
                <a16:creationId xmlns:a16="http://schemas.microsoft.com/office/drawing/2014/main" id="{D3261136-0713-4C69-AD6F-347F0C4A384B}"/>
              </a:ext>
            </a:extLst>
          </p:cNvPr>
          <p:cNvSpPr>
            <a:spLocks xmlns:a="http://schemas.openxmlformats.org/drawingml/2006/main" noGrp="1"/>
          </p:cNvSpPr>
          <p:nvPr/>
        </p:nvSpPr>
        <p:spPr>
          <a:xfrm xmlns:a="http://schemas.openxmlformats.org/drawingml/2006/main">
            <a:off x="8858250" y="3152775"/>
            <a:ext cx="0" cy="137160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37" name="p4-link-3c">
            <a:extLst xmlns:a="http://schemas.openxmlformats.org/drawingml/2006/main">
              <a:ext uri="{FF2B5EF4-FFF2-40B4-BE49-F238E27FC236}">
                <a16:creationId xmlns:a16="http://schemas.microsoft.com/office/drawing/2014/main" id="{C251050E-F26D-470D-A671-A7992B802939}"/>
              </a:ext>
            </a:extLst>
          </p:cNvPr>
          <p:cNvSpPr>
            <a:spLocks xmlns:a="http://schemas.openxmlformats.org/drawingml/2006/main" noGrp="1"/>
          </p:cNvSpPr>
          <p:nvPr/>
        </p:nvSpPr>
        <p:spPr>
          <a:xfrm xmlns:a="http://schemas.openxmlformats.org/drawingml/2006/main">
            <a:off x="8858250" y="3152775"/>
            <a:ext cx="95250" cy="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38" name="p4-link-4a">
            <a:extLst xmlns:a="http://schemas.openxmlformats.org/drawingml/2006/main">
              <a:ext uri="{FF2B5EF4-FFF2-40B4-BE49-F238E27FC236}">
                <a16:creationId xmlns:a16="http://schemas.microsoft.com/office/drawing/2014/main" id="{880F6F2E-0DFC-4D5D-A167-BB269A43D319}"/>
              </a:ext>
            </a:extLst>
          </p:cNvPr>
          <p:cNvSpPr>
            <a:spLocks xmlns:a="http://schemas.openxmlformats.org/drawingml/2006/main" noGrp="1"/>
          </p:cNvSpPr>
          <p:nvPr/>
        </p:nvSpPr>
        <p:spPr>
          <a:xfrm xmlns:a="http://schemas.openxmlformats.org/drawingml/2006/main">
            <a:off x="10096500" y="3152775"/>
            <a:ext cx="76200" cy="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39" name="p4-link-4b">
            <a:extLst xmlns:a="http://schemas.openxmlformats.org/drawingml/2006/main">
              <a:ext uri="{FF2B5EF4-FFF2-40B4-BE49-F238E27FC236}">
                <a16:creationId xmlns:a16="http://schemas.microsoft.com/office/drawing/2014/main" id="{42AEFDBE-6406-42FD-B2BC-FF294DADFE1A}"/>
              </a:ext>
            </a:extLst>
          </p:cNvPr>
          <p:cNvSpPr>
            <a:spLocks xmlns:a="http://schemas.openxmlformats.org/drawingml/2006/main" noGrp="1"/>
          </p:cNvSpPr>
          <p:nvPr/>
        </p:nvSpPr>
        <p:spPr>
          <a:xfrm xmlns:a="http://schemas.openxmlformats.org/drawingml/2006/main">
            <a:off x="10172700" y="3152775"/>
            <a:ext cx="0" cy="137160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40" name="p4-link-4c">
            <a:extLst xmlns:a="http://schemas.openxmlformats.org/drawingml/2006/main">
              <a:ext uri="{FF2B5EF4-FFF2-40B4-BE49-F238E27FC236}">
                <a16:creationId xmlns:a16="http://schemas.microsoft.com/office/drawing/2014/main" id="{3477353F-66F0-49EB-A707-0E4D1656E5AA}"/>
              </a:ext>
            </a:extLst>
          </p:cNvPr>
          <p:cNvSpPr>
            <a:spLocks xmlns:a="http://schemas.openxmlformats.org/drawingml/2006/main" noGrp="1"/>
          </p:cNvSpPr>
          <p:nvPr/>
        </p:nvSpPr>
        <p:spPr>
          <a:xfrm xmlns:a="http://schemas.openxmlformats.org/drawingml/2006/main">
            <a:off x="10172700" y="4524375"/>
            <a:ext cx="95250" cy="0"/>
          </a:xfrm>
          <a:prstGeom xmlns:a="http://schemas.openxmlformats.org/drawingml/2006/main" prst="line">
            <a:avLst/>
          </a:prstGeom>
          <a:noFill xmlns:a="http://schemas.openxmlformats.org/drawingml/2006/main"/>
          <a:ln xmlns:a="http://schemas.openxmlformats.org/drawingml/2006/main" w="19050">
            <a:solidFill>
              <a:srgbClr val="BEC5CC"/>
            </a:solidFill>
            <a:prstDash val="solid"/>
          </a:ln>
        </p:spPr>
      </p:sp>
      <p:sp>
        <p:nvSpPr>
          <p:cNvPr id="41" name="p4-note">
            <a:extLst xmlns:a="http://schemas.openxmlformats.org/drawingml/2006/main">
              <a:ext uri="{FF2B5EF4-FFF2-40B4-BE49-F238E27FC236}">
                <a16:creationId xmlns:a16="http://schemas.microsoft.com/office/drawing/2014/main" id="{3005DB37-F5EE-4CCF-A8BF-9AE1F1E9C862}"/>
              </a:ext>
            </a:extLst>
          </p:cNvPr>
          <p:cNvSpPr>
            <a:spLocks xmlns:a="http://schemas.openxmlformats.org/drawingml/2006/main" noGrp="1"/>
          </p:cNvSpPr>
          <p:nvPr/>
        </p:nvSpPr>
        <p:spPr>
          <a:xfrm xmlns:a="http://schemas.openxmlformats.org/drawingml/2006/main">
            <a:off x="685800" y="5524500"/>
            <a:ext cx="1085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050" b="0">
                <a:solidFill>
                  <a:srgbClr val="66717D"/>
                </a:solidFill>
                <a:latin typeface="Hiragino Sans"/>
                <a:ea typeface="Hiragino Sans"/>
                <a:cs typeface="Hiragino Sans"/>
              </a:defRPr>
            </a:pPr>
            <a:r>
              <a:rPr sz="1050" b="0">
                <a:solidFill>
                  <a:srgbClr val="66717D"/>
                </a:solidFill>
                <a:latin typeface="Hiragino Sans"/>
                <a:ea typeface="Hiragino Sans"/>
                <a:cs typeface="Hiragino Sans"/>
              </a:rPr>
              <a:t>権限、通知先、確認期限は実際の運用を確認してから決める。</a:t>
            </a:r>
          </a:p>
        </p:txBody>
      </p:sp>
    </p:spTree>
    <p:extLst>
      <p:ext uri="{BB962C8B-B14F-4D97-AF65-F5344CB8AC3E}">
        <p14:creationId xmlns:p14="http://schemas.microsoft.com/office/powerpoint/2010/main" val="1725516568"/>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label-5">
            <a:extLst xmlns:a="http://schemas.openxmlformats.org/drawingml/2006/main">
              <a:ext uri="{FF2B5EF4-FFF2-40B4-BE49-F238E27FC236}">
                <a16:creationId xmlns:a16="http://schemas.microsoft.com/office/drawing/2014/main" id="{8B1E0B23-DF8B-494B-947B-05BD82C13062}"/>
              </a:ext>
            </a:extLst>
          </p:cNvPr>
          <p:cNvSpPr>
            <a:spLocks xmlns:a="http://schemas.openxmlformats.org/drawingml/2006/main" noGrp="1"/>
          </p:cNvSpPr>
          <p:nvPr/>
        </p:nvSpPr>
        <p:spPr>
          <a:xfrm xmlns:a="http://schemas.openxmlformats.org/drawingml/2006/main">
            <a:off x="533400" y="3238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defRPr sz="975" b="1">
                <a:solidFill>
                  <a:srgbClr val="66717D"/>
                </a:solidFill>
                <a:latin typeface="Hiragino Sans"/>
                <a:ea typeface="Hiragino Sans"/>
                <a:cs typeface="Hiragino Sans"/>
              </a:defRPr>
            </a:pPr>
            <a:r>
              <a:rPr sz="975" b="1">
                <a:solidFill>
                  <a:srgbClr val="66717D"/>
                </a:solidFill>
                <a:latin typeface="Hiragino Sans"/>
                <a:ea typeface="Hiragino Sans"/>
                <a:cs typeface="Hiragino Sans"/>
              </a:rPr>
              <a:t>05  画面項目</a:t>
            </a:r>
          </a:p>
        </p:txBody>
      </p:sp>
      <p:sp>
        <p:nvSpPr>
          <p:cNvPr id="2" name="title-5">
            <a:extLst xmlns:a="http://schemas.openxmlformats.org/drawingml/2006/main">
              <a:ext uri="{FF2B5EF4-FFF2-40B4-BE49-F238E27FC236}">
                <a16:creationId xmlns:a16="http://schemas.microsoft.com/office/drawing/2014/main" id="{B4CDB9E7-646C-4F43-A9A2-9D133A958332}"/>
              </a:ext>
            </a:extLst>
          </p:cNvPr>
          <p:cNvSpPr>
            <a:spLocks xmlns:a="http://schemas.openxmlformats.org/drawingml/2006/main" noGrp="1"/>
          </p:cNvSpPr>
          <p:nvPr/>
        </p:nvSpPr>
        <p:spPr>
          <a:xfrm xmlns:a="http://schemas.openxmlformats.org/drawingml/2006/main">
            <a:off x="533400" y="742950"/>
            <a:ext cx="11125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700" b="1">
                <a:solidFill>
                  <a:srgbClr val="0B1F33"/>
                </a:solidFill>
                <a:latin typeface="Hiragino Sans"/>
                <a:ea typeface="Hiragino Sans"/>
                <a:cs typeface="Hiragino Sans"/>
              </a:defRPr>
            </a:pPr>
            <a:r>
              <a:rPr sz="2700" b="1">
                <a:solidFill>
                  <a:srgbClr val="0B1F33"/>
                </a:solidFill>
                <a:latin typeface="Hiragino Sans"/>
                <a:ea typeface="Hiragino Sans"/>
                <a:cs typeface="Hiragino Sans"/>
              </a:rPr>
              <a:t>一覧では、工区・工程・撮影箇所・確認状態を並べる</a:t>
            </a:r>
          </a:p>
        </p:txBody>
      </p:sp>
      <p:sp>
        <p:nvSpPr>
          <p:cNvPr id="3" name="title-rule-5">
            <a:extLst xmlns:a="http://schemas.openxmlformats.org/drawingml/2006/main">
              <a:ext uri="{FF2B5EF4-FFF2-40B4-BE49-F238E27FC236}">
                <a16:creationId xmlns:a16="http://schemas.microsoft.com/office/drawing/2014/main" id="{50505733-1646-4535-908E-0058A37CE8FD}"/>
              </a:ext>
            </a:extLst>
          </p:cNvPr>
          <p:cNvSpPr>
            <a:spLocks xmlns:a="http://schemas.openxmlformats.org/drawingml/2006/main" noGrp="1"/>
          </p:cNvSpPr>
          <p:nvPr/>
        </p:nvSpPr>
        <p:spPr>
          <a:xfrm xmlns:a="http://schemas.openxmlformats.org/drawingml/2006/main">
            <a:off x="533400" y="1543050"/>
            <a:ext cx="11125200" cy="0"/>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4" name="footer-rule-5">
            <a:extLst xmlns:a="http://schemas.openxmlformats.org/drawingml/2006/main">
              <a:ext uri="{FF2B5EF4-FFF2-40B4-BE49-F238E27FC236}">
                <a16:creationId xmlns:a16="http://schemas.microsoft.com/office/drawing/2014/main" id="{097A7BC3-47DF-46F0-BF32-7F90D6512B3B}"/>
              </a:ext>
            </a:extLst>
          </p:cNvPr>
          <p:cNvSpPr>
            <a:spLocks xmlns:a="http://schemas.openxmlformats.org/drawingml/2006/main" noGrp="1"/>
          </p:cNvSpPr>
          <p:nvPr/>
        </p:nvSpPr>
        <p:spPr>
          <a:xfrm xmlns:a="http://schemas.openxmlformats.org/drawingml/2006/main">
            <a:off x="533400" y="6419850"/>
            <a:ext cx="111252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5" name="footer-label-5">
            <a:extLst xmlns:a="http://schemas.openxmlformats.org/drawingml/2006/main">
              <a:ext uri="{FF2B5EF4-FFF2-40B4-BE49-F238E27FC236}">
                <a16:creationId xmlns:a16="http://schemas.microsoft.com/office/drawing/2014/main" id="{4660DA9C-A97A-4B88-91E4-8912586478F0}"/>
              </a:ext>
            </a:extLst>
          </p:cNvPr>
          <p:cNvSpPr>
            <a:spLocks xmlns:a="http://schemas.openxmlformats.org/drawingml/2006/main" noGrp="1"/>
          </p:cNvSpPr>
          <p:nvPr/>
        </p:nvSpPr>
        <p:spPr>
          <a:xfrm xmlns:a="http://schemas.openxmlformats.org/drawingml/2006/main">
            <a:off x="533400" y="6505575"/>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工事写真の確認フロー / 自主制作</a:t>
            </a:r>
          </a:p>
        </p:txBody>
      </p:sp>
      <p:sp>
        <p:nvSpPr>
          <p:cNvPr id="6" name="footer-page-5">
            <a:extLst xmlns:a="http://schemas.openxmlformats.org/drawingml/2006/main">
              <a:ext uri="{FF2B5EF4-FFF2-40B4-BE49-F238E27FC236}">
                <a16:creationId xmlns:a16="http://schemas.microsoft.com/office/drawing/2014/main" id="{71F8C2E4-3DC8-410C-8D3B-61E83400FEF7}"/>
              </a:ext>
            </a:extLst>
          </p:cNvPr>
          <p:cNvSpPr>
            <a:spLocks xmlns:a="http://schemas.openxmlformats.org/drawingml/2006/main" noGrp="1"/>
          </p:cNvSpPr>
          <p:nvPr/>
        </p:nvSpPr>
        <p:spPr>
          <a:xfrm xmlns:a="http://schemas.openxmlformats.org/drawingml/2006/main">
            <a:off x="11049000" y="6505575"/>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05</a:t>
            </a:r>
          </a:p>
        </p:txBody>
      </p:sp>
      <p:sp>
        <p:nvSpPr>
          <p:cNvPr id="7" name="p5-sample-bg">
            <a:extLst xmlns:a="http://schemas.openxmlformats.org/drawingml/2006/main">
              <a:ext uri="{FF2B5EF4-FFF2-40B4-BE49-F238E27FC236}">
                <a16:creationId xmlns:a16="http://schemas.microsoft.com/office/drawing/2014/main" id="{3B341A4D-7790-46CB-A2C3-ED25A8122638}"/>
              </a:ext>
            </a:extLst>
          </p:cNvPr>
          <p:cNvSpPr>
            <a:spLocks xmlns:a="http://schemas.openxmlformats.org/drawingml/2006/main" noGrp="1"/>
          </p:cNvSpPr>
          <p:nvPr/>
        </p:nvSpPr>
        <p:spPr>
          <a:xfrm xmlns:a="http://schemas.openxmlformats.org/drawingml/2006/main">
            <a:off x="685800" y="1943100"/>
            <a:ext cx="1219200" cy="266700"/>
          </a:xfrm>
          <a:prstGeom xmlns:a="http://schemas.openxmlformats.org/drawingml/2006/main" prst="rect">
            <a:avLst/>
          </a:prstGeom>
          <a:solidFill xmlns:a="http://schemas.openxmlformats.org/drawingml/2006/main">
            <a:srgbClr val="F7E5DB"/>
          </a:solidFill>
          <a:ln xmlns:a="http://schemas.openxmlformats.org/drawingml/2006/main" w="0">
            <a:noFill/>
            <a:prstDash val="solid"/>
          </a:ln>
        </p:spPr>
      </p:sp>
      <p:sp>
        <p:nvSpPr>
          <p:cNvPr id="8" name="p5-sample-text">
            <a:extLst xmlns:a="http://schemas.openxmlformats.org/drawingml/2006/main">
              <a:ext uri="{FF2B5EF4-FFF2-40B4-BE49-F238E27FC236}">
                <a16:creationId xmlns:a16="http://schemas.microsoft.com/office/drawing/2014/main" id="{BDB05E51-4842-4165-9EB8-5E7B27EC85E1}"/>
              </a:ext>
            </a:extLst>
          </p:cNvPr>
          <p:cNvSpPr>
            <a:spLocks xmlns:a="http://schemas.openxmlformats.org/drawingml/2006/main" noGrp="1"/>
          </p:cNvSpPr>
          <p:nvPr/>
        </p:nvSpPr>
        <p:spPr>
          <a:xfrm xmlns:a="http://schemas.openxmlformats.org/drawingml/2006/main">
            <a:off x="781050" y="19812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00" b="1">
                <a:solidFill>
                  <a:srgbClr val="A84414"/>
                </a:solidFill>
                <a:latin typeface="Hiragino Sans"/>
                <a:ea typeface="Hiragino Sans"/>
                <a:cs typeface="Hiragino Sans"/>
              </a:defRPr>
            </a:pPr>
            <a:r>
              <a:rPr sz="900" b="1">
                <a:solidFill>
                  <a:srgbClr val="A84414"/>
                </a:solidFill>
                <a:latin typeface="Hiragino Sans"/>
                <a:ea typeface="Hiragino Sans"/>
                <a:cs typeface="Hiragino Sans"/>
              </a:rPr>
              <a:t>画面例（架空）</a:t>
            </a:r>
          </a:p>
        </p:txBody>
      </p:sp>
      <p:graphicFrame>
        <p:nvGraphicFramePr>
          <p:cNvPr id="19" name=""/>
          <p:cNvGraphicFramePr/>
          <p:nvPr/>
        </p:nvGraphicFramePr>
        <p:xfrm>
          <a:off xmlns:a="http://schemas.openxmlformats.org/drawingml/2006/main" x="685800" y="2438400"/>
          <a:ext xmlns:a="http://schemas.openxmlformats.org/drawingml/2006/main" cx="9582150" cy="2800350"/>
        </p:xfrm>
        <a:graphic xmlns:a="http://schemas.openxmlformats.org/drawingml/2006/main">
          <a:graphicData uri="http://schemas.openxmlformats.org/drawingml/2006/table">
            <a:tbl>
              <a:tblPr/>
              <a:tblGrid>
                <a:gridCol w="1428750"/>
                <a:gridCol w="1809750"/>
                <a:gridCol w="1714500"/>
                <a:gridCol w="1524000"/>
                <a:gridCol w="1485900"/>
                <a:gridCol w="1619250"/>
              </a:tblGrid>
              <a:tr h="560070">
                <a:tc>
                  <a:txBody>
                    <a:bodyPr lIns="95250" tIns="76200" rIns="95250" bIns="76200"/>
                    <a:lstStyle/>
                    <a:p>
                      <a:r>
                        <a:rPr sz="975" b="1">
                          <a:solidFill>
                            <a:srgbClr val="FFFFFF"/>
                          </a:solidFill>
                          <a:latin typeface="Hiragino Sans"/>
                          <a:ea typeface="Hiragino Sans"/>
                          <a:cs typeface="Hiragino Sans"/>
                        </a:rPr>
                        <a:t>案件</a:t>
                      </a:r>
                    </a:p>
                  </a:txBody>
                  <a:tcPr marL="91440" marR="91440" marT="45720" marB="45720" anchor="ctr">
                    <a:solidFill>
                      <a:srgbClr val="0B1F33"/>
                    </a:solidFill>
                  </a:tcPr>
                </a:tc>
                <a:tc>
                  <a:txBody>
                    <a:bodyPr lIns="95250" tIns="76200" rIns="95250" bIns="76200"/>
                    <a:lstStyle/>
                    <a:p>
                      <a:r>
                        <a:rPr sz="975" b="1">
                          <a:solidFill>
                            <a:srgbClr val="FFFFFF"/>
                          </a:solidFill>
                          <a:latin typeface="Hiragino Sans"/>
                          <a:ea typeface="Hiragino Sans"/>
                          <a:cs typeface="Hiragino Sans"/>
                        </a:rPr>
                        <a:t>工区・工程</a:t>
                      </a:r>
                    </a:p>
                  </a:txBody>
                  <a:tcPr marL="91440" marR="91440" marT="45720" marB="45720" anchor="ctr">
                    <a:solidFill>
                      <a:srgbClr val="0B1F33"/>
                    </a:solidFill>
                  </a:tcPr>
                </a:tc>
                <a:tc>
                  <a:txBody>
                    <a:bodyPr lIns="95250" tIns="76200" rIns="95250" bIns="76200"/>
                    <a:lstStyle/>
                    <a:p>
                      <a:r>
                        <a:rPr sz="975" b="1">
                          <a:solidFill>
                            <a:srgbClr val="FFFFFF"/>
                          </a:solidFill>
                          <a:latin typeface="Hiragino Sans"/>
                          <a:ea typeface="Hiragino Sans"/>
                          <a:cs typeface="Hiragino Sans"/>
                        </a:rPr>
                        <a:t>撮影箇所</a:t>
                      </a:r>
                    </a:p>
                  </a:txBody>
                  <a:tcPr marL="91440" marR="91440" marT="45720" marB="45720" anchor="ctr">
                    <a:solidFill>
                      <a:srgbClr val="0B1F33"/>
                    </a:solidFill>
                  </a:tcPr>
                </a:tc>
                <a:tc>
                  <a:txBody>
                    <a:bodyPr lIns="95250" tIns="76200" rIns="95250" bIns="76200"/>
                    <a:lstStyle/>
                    <a:p>
                      <a:r>
                        <a:rPr sz="975" b="1">
                          <a:solidFill>
                            <a:srgbClr val="FFFFFF"/>
                          </a:solidFill>
                          <a:latin typeface="Hiragino Sans"/>
                          <a:ea typeface="Hiragino Sans"/>
                          <a:cs typeface="Hiragino Sans"/>
                        </a:rPr>
                        <a:t>撮影者</a:t>
                      </a:r>
                    </a:p>
                  </a:txBody>
                  <a:tcPr marL="91440" marR="91440" marT="45720" marB="45720" anchor="ctr">
                    <a:solidFill>
                      <a:srgbClr val="0B1F33"/>
                    </a:solidFill>
                  </a:tcPr>
                </a:tc>
                <a:tc>
                  <a:txBody>
                    <a:bodyPr lIns="95250" tIns="76200" rIns="95250" bIns="76200"/>
                    <a:lstStyle/>
                    <a:p>
                      <a:r>
                        <a:rPr sz="975" b="1">
                          <a:solidFill>
                            <a:srgbClr val="FFFFFF"/>
                          </a:solidFill>
                          <a:latin typeface="Hiragino Sans"/>
                          <a:ea typeface="Hiragino Sans"/>
                          <a:cs typeface="Hiragino Sans"/>
                        </a:rPr>
                        <a:t>最終更新</a:t>
                      </a:r>
                    </a:p>
                  </a:txBody>
                  <a:tcPr marL="91440" marR="91440" marT="45720" marB="45720" anchor="ctr">
                    <a:solidFill>
                      <a:srgbClr val="0B1F33"/>
                    </a:solidFill>
                  </a:tcPr>
                </a:tc>
                <a:tc>
                  <a:txBody>
                    <a:bodyPr lIns="95250" tIns="76200" rIns="95250" bIns="76200"/>
                    <a:lstStyle/>
                    <a:p>
                      <a:r>
                        <a:rPr sz="975" b="1">
                          <a:solidFill>
                            <a:srgbClr val="FFFFFF"/>
                          </a:solidFill>
                          <a:latin typeface="Hiragino Sans"/>
                          <a:ea typeface="Hiragino Sans"/>
                          <a:cs typeface="Hiragino Sans"/>
                        </a:rPr>
                        <a:t>確認</a:t>
                      </a:r>
                    </a:p>
                  </a:txBody>
                  <a:tcPr marL="91440" marR="91440" marT="45720" marB="45720" anchor="ctr">
                    <a:solidFill>
                      <a:srgbClr val="0B1F33"/>
                    </a:solidFill>
                  </a:tcPr>
                </a:tc>
              </a:tr>
              <a:tr h="560070">
                <a:tc>
                  <a:txBody>
                    <a:bodyPr lIns="95250" tIns="76200" rIns="95250" bIns="76200"/>
                    <a:lstStyle/>
                    <a:p>
                      <a:r>
                        <a:rPr sz="900" b="1">
                          <a:solidFill>
                            <a:srgbClr val="0B1F33"/>
                          </a:solidFill>
                          <a:latin typeface="Hiragino Sans"/>
                          <a:ea typeface="Hiragino Sans"/>
                          <a:cs typeface="Hiragino Sans"/>
                        </a:rPr>
                        <a:t>A現場</a:t>
                      </a:r>
                    </a:p>
                  </a:txBody>
                  <a:tcPr marL="91440" marR="91440" marT="45720" marB="45720" anchor="ctr">
                    <a:solidFill>
                      <a:srgbClr val="FFFFFF"/>
                    </a:solidFill>
                  </a:tcPr>
                </a:tc>
                <a:tc>
                  <a:txBody>
                    <a:bodyPr lIns="95250" tIns="76200" rIns="95250" bIns="76200"/>
                    <a:lstStyle/>
                    <a:p>
                      <a:r>
                        <a:rPr sz="900" b="0">
                          <a:solidFill>
                            <a:srgbClr val="0B1F33"/>
                          </a:solidFill>
                          <a:latin typeface="Hiragino Sans"/>
                          <a:ea typeface="Hiragino Sans"/>
                          <a:cs typeface="Hiragino Sans"/>
                        </a:rPr>
                        <a:t>1階 / 配筋</a:t>
                      </a:r>
                    </a:p>
                  </a:txBody>
                  <a:tcPr marL="91440" marR="91440" marT="45720" marB="45720" anchor="ctr">
                    <a:solidFill>
                      <a:srgbClr val="FFFFFF"/>
                    </a:solidFill>
                  </a:tcPr>
                </a:tc>
                <a:tc>
                  <a:txBody>
                    <a:bodyPr lIns="95250" tIns="76200" rIns="95250" bIns="76200"/>
                    <a:lstStyle/>
                    <a:p>
                      <a:r>
                        <a:rPr sz="900" b="0">
                          <a:solidFill>
                            <a:srgbClr val="0B1F33"/>
                          </a:solidFill>
                          <a:latin typeface="Hiragino Sans"/>
                          <a:ea typeface="Hiragino Sans"/>
                          <a:cs typeface="Hiragino Sans"/>
                        </a:rPr>
                        <a:t>東面 全景</a:t>
                      </a:r>
                    </a:p>
                  </a:txBody>
                  <a:tcPr marL="91440" marR="91440" marT="45720" marB="45720" anchor="ctr">
                    <a:solidFill>
                      <a:srgbClr val="FFFFFF"/>
                    </a:solidFill>
                  </a:tcPr>
                </a:tc>
                <a:tc>
                  <a:txBody>
                    <a:bodyPr lIns="95250" tIns="76200" rIns="95250" bIns="76200"/>
                    <a:lstStyle/>
                    <a:p>
                      <a:r>
                        <a:rPr sz="900" b="0">
                          <a:solidFill>
                            <a:srgbClr val="0B1F33"/>
                          </a:solidFill>
                          <a:latin typeface="Hiragino Sans"/>
                          <a:ea typeface="Hiragino Sans"/>
                          <a:cs typeface="Hiragino Sans"/>
                        </a:rPr>
                        <a:t>現場担当A</a:t>
                      </a:r>
                    </a:p>
                  </a:txBody>
                  <a:tcPr marL="91440" marR="91440" marT="45720" marB="45720" anchor="ctr">
                    <a:solidFill>
                      <a:srgbClr val="FFFFFF"/>
                    </a:solidFill>
                  </a:tcPr>
                </a:tc>
                <a:tc>
                  <a:txBody>
                    <a:bodyPr lIns="95250" tIns="76200" rIns="95250" bIns="76200"/>
                    <a:lstStyle/>
                    <a:p>
                      <a:r>
                        <a:rPr sz="900" b="0">
                          <a:solidFill>
                            <a:srgbClr val="0B1F33"/>
                          </a:solidFill>
                          <a:latin typeface="Hiragino Sans"/>
                          <a:ea typeface="Hiragino Sans"/>
                          <a:cs typeface="Hiragino Sans"/>
                        </a:rPr>
                        <a:t>本日 10:15</a:t>
                      </a:r>
                    </a:p>
                  </a:txBody>
                  <a:tcPr marL="91440" marR="91440" marT="45720" marB="45720" anchor="ctr">
                    <a:solidFill>
                      <a:srgbClr val="FFFFFF"/>
                    </a:solidFill>
                  </a:tcPr>
                </a:tc>
                <a:tc>
                  <a:txBody>
                    <a:bodyPr lIns="95250" tIns="76200" rIns="95250" bIns="76200"/>
                    <a:lstStyle/>
                    <a:p>
                      <a:r>
                        <a:rPr sz="900" b="1">
                          <a:solidFill>
                            <a:srgbClr val="A84414"/>
                          </a:solidFill>
                          <a:latin typeface="Hiragino Sans"/>
                          <a:ea typeface="Hiragino Sans"/>
                          <a:cs typeface="Hiragino Sans"/>
                        </a:rPr>
                        <a:t>要確認</a:t>
                      </a:r>
                    </a:p>
                  </a:txBody>
                  <a:tcPr marL="91440" marR="91440" marT="45720" marB="45720" anchor="ctr">
                    <a:solidFill>
                      <a:srgbClr val="FFFFFF"/>
                    </a:solidFill>
                  </a:tcPr>
                </a:tc>
              </a:tr>
              <a:tr h="560070">
                <a:tc>
                  <a:txBody>
                    <a:bodyPr lIns="95250" tIns="76200" rIns="95250" bIns="76200"/>
                    <a:lstStyle/>
                    <a:p>
                      <a:r>
                        <a:rPr sz="900" b="1">
                          <a:solidFill>
                            <a:srgbClr val="0B1F33"/>
                          </a:solidFill>
                          <a:latin typeface="Hiragino Sans"/>
                          <a:ea typeface="Hiragino Sans"/>
                          <a:cs typeface="Hiragino Sans"/>
                        </a:rPr>
                        <a:t>A現場</a:t>
                      </a:r>
                    </a:p>
                  </a:txBody>
                  <a:tcPr marL="91440" marR="91440" marT="45720" marB="45720" anchor="ctr">
                    <a:solidFill>
                      <a:srgbClr val="E7EDF2"/>
                    </a:solidFill>
                  </a:tcPr>
                </a:tc>
                <a:tc>
                  <a:txBody>
                    <a:bodyPr lIns="95250" tIns="76200" rIns="95250" bIns="76200"/>
                    <a:lstStyle/>
                    <a:p>
                      <a:r>
                        <a:rPr sz="900" b="0">
                          <a:solidFill>
                            <a:srgbClr val="0B1F33"/>
                          </a:solidFill>
                          <a:latin typeface="Hiragino Sans"/>
                          <a:ea typeface="Hiragino Sans"/>
                          <a:cs typeface="Hiragino Sans"/>
                        </a:rPr>
                        <a:t>1階 / 配筋</a:t>
                      </a:r>
                    </a:p>
                  </a:txBody>
                  <a:tcPr marL="91440" marR="91440" marT="45720" marB="45720" anchor="ctr">
                    <a:solidFill>
                      <a:srgbClr val="E7EDF2"/>
                    </a:solidFill>
                  </a:tcPr>
                </a:tc>
                <a:tc>
                  <a:txBody>
                    <a:bodyPr lIns="95250" tIns="76200" rIns="95250" bIns="76200"/>
                    <a:lstStyle/>
                    <a:p>
                      <a:r>
                        <a:rPr sz="900" b="0">
                          <a:solidFill>
                            <a:srgbClr val="0B1F33"/>
                          </a:solidFill>
                          <a:latin typeface="Hiragino Sans"/>
                          <a:ea typeface="Hiragino Sans"/>
                          <a:cs typeface="Hiragino Sans"/>
                        </a:rPr>
                        <a:t>継手部</a:t>
                      </a:r>
                    </a:p>
                  </a:txBody>
                  <a:tcPr marL="91440" marR="91440" marT="45720" marB="45720" anchor="ctr">
                    <a:solidFill>
                      <a:srgbClr val="E7EDF2"/>
                    </a:solidFill>
                  </a:tcPr>
                </a:tc>
                <a:tc>
                  <a:txBody>
                    <a:bodyPr lIns="95250" tIns="76200" rIns="95250" bIns="76200"/>
                    <a:lstStyle/>
                    <a:p>
                      <a:r>
                        <a:rPr sz="900" b="0">
                          <a:solidFill>
                            <a:srgbClr val="0B1F33"/>
                          </a:solidFill>
                          <a:latin typeface="Hiragino Sans"/>
                          <a:ea typeface="Hiragino Sans"/>
                          <a:cs typeface="Hiragino Sans"/>
                        </a:rPr>
                        <a:t>現場担当A</a:t>
                      </a:r>
                    </a:p>
                  </a:txBody>
                  <a:tcPr marL="91440" marR="91440" marT="45720" marB="45720" anchor="ctr">
                    <a:solidFill>
                      <a:srgbClr val="E7EDF2"/>
                    </a:solidFill>
                  </a:tcPr>
                </a:tc>
                <a:tc>
                  <a:txBody>
                    <a:bodyPr lIns="95250" tIns="76200" rIns="95250" bIns="76200"/>
                    <a:lstStyle/>
                    <a:p>
                      <a:r>
                        <a:rPr sz="900" b="0">
                          <a:solidFill>
                            <a:srgbClr val="0B1F33"/>
                          </a:solidFill>
                          <a:latin typeface="Hiragino Sans"/>
                          <a:ea typeface="Hiragino Sans"/>
                          <a:cs typeface="Hiragino Sans"/>
                        </a:rPr>
                        <a:t>本日 10:18</a:t>
                      </a:r>
                    </a:p>
                  </a:txBody>
                  <a:tcPr marL="91440" marR="91440" marT="45720" marB="45720" anchor="ctr">
                    <a:solidFill>
                      <a:srgbClr val="E7EDF2"/>
                    </a:solidFill>
                  </a:tcPr>
                </a:tc>
                <a:tc>
                  <a:txBody>
                    <a:bodyPr lIns="95250" tIns="76200" rIns="95250" bIns="76200"/>
                    <a:lstStyle/>
                    <a:p>
                      <a:r>
                        <a:rPr sz="900" b="1">
                          <a:solidFill>
                            <a:srgbClr val="A84414"/>
                          </a:solidFill>
                          <a:latin typeface="Hiragino Sans"/>
                          <a:ea typeface="Hiragino Sans"/>
                          <a:cs typeface="Hiragino Sans"/>
                        </a:rPr>
                        <a:t>差し戻し</a:t>
                      </a:r>
                    </a:p>
                  </a:txBody>
                  <a:tcPr marL="91440" marR="91440" marT="45720" marB="45720" anchor="ctr">
                    <a:solidFill>
                      <a:srgbClr val="E7EDF2"/>
                    </a:solidFill>
                  </a:tcPr>
                </a:tc>
              </a:tr>
              <a:tr h="560070">
                <a:tc>
                  <a:txBody>
                    <a:bodyPr lIns="95250" tIns="76200" rIns="95250" bIns="76200"/>
                    <a:lstStyle/>
                    <a:p>
                      <a:r>
                        <a:rPr sz="900" b="1">
                          <a:solidFill>
                            <a:srgbClr val="0B1F33"/>
                          </a:solidFill>
                          <a:latin typeface="Hiragino Sans"/>
                          <a:ea typeface="Hiragino Sans"/>
                          <a:cs typeface="Hiragino Sans"/>
                        </a:rPr>
                        <a:t>A現場</a:t>
                      </a:r>
                    </a:p>
                  </a:txBody>
                  <a:tcPr marL="91440" marR="91440" marT="45720" marB="45720" anchor="ctr">
                    <a:solidFill>
                      <a:srgbClr val="FFFFFF"/>
                    </a:solidFill>
                  </a:tcPr>
                </a:tc>
                <a:tc>
                  <a:txBody>
                    <a:bodyPr lIns="95250" tIns="76200" rIns="95250" bIns="76200"/>
                    <a:lstStyle/>
                    <a:p>
                      <a:r>
                        <a:rPr sz="900" b="0">
                          <a:solidFill>
                            <a:srgbClr val="0B1F33"/>
                          </a:solidFill>
                          <a:latin typeface="Hiragino Sans"/>
                          <a:ea typeface="Hiragino Sans"/>
                          <a:cs typeface="Hiragino Sans"/>
                        </a:rPr>
                        <a:t>1階 / 配筋</a:t>
                      </a:r>
                    </a:p>
                  </a:txBody>
                  <a:tcPr marL="91440" marR="91440" marT="45720" marB="45720" anchor="ctr">
                    <a:solidFill>
                      <a:srgbClr val="FFFFFF"/>
                    </a:solidFill>
                  </a:tcPr>
                </a:tc>
                <a:tc>
                  <a:txBody>
                    <a:bodyPr lIns="95250" tIns="76200" rIns="95250" bIns="76200"/>
                    <a:lstStyle/>
                    <a:p>
                      <a:r>
                        <a:rPr sz="900" b="0">
                          <a:solidFill>
                            <a:srgbClr val="0B1F33"/>
                          </a:solidFill>
                          <a:latin typeface="Hiragino Sans"/>
                          <a:ea typeface="Hiragino Sans"/>
                          <a:cs typeface="Hiragino Sans"/>
                        </a:rPr>
                        <a:t>継手部 再撮影</a:t>
                      </a:r>
                    </a:p>
                  </a:txBody>
                  <a:tcPr marL="91440" marR="91440" marT="45720" marB="45720" anchor="ctr">
                    <a:solidFill>
                      <a:srgbClr val="FFFFFF"/>
                    </a:solidFill>
                  </a:tcPr>
                </a:tc>
                <a:tc>
                  <a:txBody>
                    <a:bodyPr lIns="95250" tIns="76200" rIns="95250" bIns="76200"/>
                    <a:lstStyle/>
                    <a:p>
                      <a:r>
                        <a:rPr sz="900" b="0">
                          <a:solidFill>
                            <a:srgbClr val="0B1F33"/>
                          </a:solidFill>
                          <a:latin typeface="Hiragino Sans"/>
                          <a:ea typeface="Hiragino Sans"/>
                          <a:cs typeface="Hiragino Sans"/>
                        </a:rPr>
                        <a:t>現場担当A</a:t>
                      </a:r>
                    </a:p>
                  </a:txBody>
                  <a:tcPr marL="91440" marR="91440" marT="45720" marB="45720" anchor="ctr">
                    <a:solidFill>
                      <a:srgbClr val="FFFFFF"/>
                    </a:solidFill>
                  </a:tcPr>
                </a:tc>
                <a:tc>
                  <a:txBody>
                    <a:bodyPr lIns="95250" tIns="76200" rIns="95250" bIns="76200"/>
                    <a:lstStyle/>
                    <a:p>
                      <a:r>
                        <a:rPr sz="900" b="0">
                          <a:solidFill>
                            <a:srgbClr val="0B1F33"/>
                          </a:solidFill>
                          <a:latin typeface="Hiragino Sans"/>
                          <a:ea typeface="Hiragino Sans"/>
                          <a:cs typeface="Hiragino Sans"/>
                        </a:rPr>
                        <a:t>本日 11:02</a:t>
                      </a:r>
                    </a:p>
                  </a:txBody>
                  <a:tcPr marL="91440" marR="91440" marT="45720" marB="45720" anchor="ctr">
                    <a:solidFill>
                      <a:srgbClr val="FFFFFF"/>
                    </a:solidFill>
                  </a:tcPr>
                </a:tc>
                <a:tc>
                  <a:txBody>
                    <a:bodyPr lIns="95250" tIns="76200" rIns="95250" bIns="76200"/>
                    <a:lstStyle/>
                    <a:p>
                      <a:r>
                        <a:rPr sz="900" b="1">
                          <a:solidFill>
                            <a:srgbClr val="A84414"/>
                          </a:solidFill>
                          <a:latin typeface="Hiragino Sans"/>
                          <a:ea typeface="Hiragino Sans"/>
                          <a:cs typeface="Hiragino Sans"/>
                        </a:rPr>
                        <a:t>再確認</a:t>
                      </a:r>
                    </a:p>
                  </a:txBody>
                  <a:tcPr marL="91440" marR="91440" marT="45720" marB="45720" anchor="ctr">
                    <a:solidFill>
                      <a:srgbClr val="FFFFFF"/>
                    </a:solidFill>
                  </a:tcPr>
                </a:tc>
              </a:tr>
              <a:tr h="560070">
                <a:tc>
                  <a:txBody>
                    <a:bodyPr lIns="95250" tIns="76200" rIns="95250" bIns="76200"/>
                    <a:lstStyle/>
                    <a:p>
                      <a:r>
                        <a:rPr sz="900" b="1">
                          <a:solidFill>
                            <a:srgbClr val="0B1F33"/>
                          </a:solidFill>
                          <a:latin typeface="Hiragino Sans"/>
                          <a:ea typeface="Hiragino Sans"/>
                          <a:cs typeface="Hiragino Sans"/>
                        </a:rPr>
                        <a:t>B現場</a:t>
                      </a:r>
                    </a:p>
                  </a:txBody>
                  <a:tcPr marL="91440" marR="91440" marT="45720" marB="45720" anchor="ctr">
                    <a:solidFill>
                      <a:srgbClr val="E7EDF2"/>
                    </a:solidFill>
                  </a:tcPr>
                </a:tc>
                <a:tc>
                  <a:txBody>
                    <a:bodyPr lIns="95250" tIns="76200" rIns="95250" bIns="76200"/>
                    <a:lstStyle/>
                    <a:p>
                      <a:r>
                        <a:rPr sz="900" b="0">
                          <a:solidFill>
                            <a:srgbClr val="0B1F33"/>
                          </a:solidFill>
                          <a:latin typeface="Hiragino Sans"/>
                          <a:ea typeface="Hiragino Sans"/>
                          <a:cs typeface="Hiragino Sans"/>
                        </a:rPr>
                        <a:t>2階 / 型枠</a:t>
                      </a:r>
                    </a:p>
                  </a:txBody>
                  <a:tcPr marL="91440" marR="91440" marT="45720" marB="45720" anchor="ctr">
                    <a:solidFill>
                      <a:srgbClr val="E7EDF2"/>
                    </a:solidFill>
                  </a:tcPr>
                </a:tc>
                <a:tc>
                  <a:txBody>
                    <a:bodyPr lIns="95250" tIns="76200" rIns="95250" bIns="76200"/>
                    <a:lstStyle/>
                    <a:p>
                      <a:r>
                        <a:rPr sz="900" b="0">
                          <a:solidFill>
                            <a:srgbClr val="0B1F33"/>
                          </a:solidFill>
                          <a:latin typeface="Hiragino Sans"/>
                          <a:ea typeface="Hiragino Sans"/>
                          <a:cs typeface="Hiragino Sans"/>
                        </a:rPr>
                        <a:t>西面 全景</a:t>
                      </a:r>
                    </a:p>
                  </a:txBody>
                  <a:tcPr marL="91440" marR="91440" marT="45720" marB="45720" anchor="ctr">
                    <a:solidFill>
                      <a:srgbClr val="E7EDF2"/>
                    </a:solidFill>
                  </a:tcPr>
                </a:tc>
                <a:tc>
                  <a:txBody>
                    <a:bodyPr lIns="95250" tIns="76200" rIns="95250" bIns="76200"/>
                    <a:lstStyle/>
                    <a:p>
                      <a:r>
                        <a:rPr sz="900" b="0">
                          <a:solidFill>
                            <a:srgbClr val="0B1F33"/>
                          </a:solidFill>
                          <a:latin typeface="Hiragino Sans"/>
                          <a:ea typeface="Hiragino Sans"/>
                          <a:cs typeface="Hiragino Sans"/>
                        </a:rPr>
                        <a:t>現場担当B</a:t>
                      </a:r>
                    </a:p>
                  </a:txBody>
                  <a:tcPr marL="91440" marR="91440" marT="45720" marB="45720" anchor="ctr">
                    <a:solidFill>
                      <a:srgbClr val="E7EDF2"/>
                    </a:solidFill>
                  </a:tcPr>
                </a:tc>
                <a:tc>
                  <a:txBody>
                    <a:bodyPr lIns="95250" tIns="76200" rIns="95250" bIns="76200"/>
                    <a:lstStyle/>
                    <a:p>
                      <a:r>
                        <a:rPr sz="900" b="0">
                          <a:solidFill>
                            <a:srgbClr val="0B1F33"/>
                          </a:solidFill>
                          <a:latin typeface="Hiragino Sans"/>
                          <a:ea typeface="Hiragino Sans"/>
                          <a:cs typeface="Hiragino Sans"/>
                        </a:rPr>
                        <a:t>前営業日</a:t>
                      </a:r>
                    </a:p>
                  </a:txBody>
                  <a:tcPr marL="91440" marR="91440" marT="45720" marB="45720" anchor="ctr">
                    <a:solidFill>
                      <a:srgbClr val="E7EDF2"/>
                    </a:solidFill>
                  </a:tcPr>
                </a:tc>
                <a:tc>
                  <a:txBody>
                    <a:bodyPr lIns="95250" tIns="76200" rIns="95250" bIns="76200"/>
                    <a:lstStyle/>
                    <a:p>
                      <a:r>
                        <a:rPr sz="900" b="1">
                          <a:solidFill>
                            <a:srgbClr val="3E715B"/>
                          </a:solidFill>
                          <a:latin typeface="Hiragino Sans"/>
                          <a:ea typeface="Hiragino Sans"/>
                          <a:cs typeface="Hiragino Sans"/>
                        </a:rPr>
                        <a:t>確認済み</a:t>
                      </a:r>
                    </a:p>
                  </a:txBody>
                  <a:tcPr marL="91440" marR="91440" marT="45720" marB="45720" anchor="ctr">
                    <a:solidFill>
                      <a:srgbClr val="E7EDF2"/>
                    </a:solidFill>
                  </a:tcPr>
                </a:tc>
              </a:tr>
            </a:tbl>
          </a:graphicData>
        </a:graphic>
      </p:graphicFrame>
      <p:sp>
        <p:nvSpPr>
          <p:cNvPr id="10" name="p5-note">
            <a:extLst xmlns:a="http://schemas.openxmlformats.org/drawingml/2006/main">
              <a:ext uri="{FF2B5EF4-FFF2-40B4-BE49-F238E27FC236}">
                <a16:creationId xmlns:a16="http://schemas.microsoft.com/office/drawing/2014/main" id="{9448BBD3-606B-4B5D-AE34-1D5138BDA9AE}"/>
              </a:ext>
            </a:extLst>
          </p:cNvPr>
          <p:cNvSpPr>
            <a:spLocks xmlns:a="http://schemas.openxmlformats.org/drawingml/2006/main" noGrp="1"/>
          </p:cNvSpPr>
          <p:nvPr/>
        </p:nvSpPr>
        <p:spPr>
          <a:xfrm xmlns:a="http://schemas.openxmlformats.org/drawingml/2006/main">
            <a:off x="685800" y="5448300"/>
            <a:ext cx="958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66717D"/>
                </a:solidFill>
                <a:latin typeface="Hiragino Sans"/>
                <a:ea typeface="Hiragino Sans"/>
                <a:cs typeface="Hiragino Sans"/>
              </a:defRPr>
            </a:pPr>
            <a:r>
              <a:rPr sz="1050" b="0">
                <a:solidFill>
                  <a:srgbClr val="66717D"/>
                </a:solidFill>
                <a:latin typeface="Hiragino Sans"/>
                <a:ea typeface="Hiragino Sans"/>
                <a:cs typeface="Hiragino Sans"/>
              </a:rPr>
              <a:t>状態名、更新時刻の粒度、確認者の表示は、実際の帳票と役割を確認して決める。</a:t>
            </a:r>
          </a:p>
        </p:txBody>
      </p:sp>
    </p:spTree>
    <p:extLst>
      <p:ext uri="{BB962C8B-B14F-4D97-AF65-F5344CB8AC3E}">
        <p14:creationId xmlns:p14="http://schemas.microsoft.com/office/powerpoint/2010/main" val="332280797"/>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label-6">
            <a:extLst xmlns:a="http://schemas.openxmlformats.org/drawingml/2006/main">
              <a:ext uri="{FF2B5EF4-FFF2-40B4-BE49-F238E27FC236}">
                <a16:creationId xmlns:a16="http://schemas.microsoft.com/office/drawing/2014/main" id="{D31CF8CD-2150-4C44-9CF1-271B8F00D56C}"/>
              </a:ext>
            </a:extLst>
          </p:cNvPr>
          <p:cNvSpPr>
            <a:spLocks xmlns:a="http://schemas.openxmlformats.org/drawingml/2006/main" noGrp="1"/>
          </p:cNvSpPr>
          <p:nvPr/>
        </p:nvSpPr>
        <p:spPr>
          <a:xfrm xmlns:a="http://schemas.openxmlformats.org/drawingml/2006/main">
            <a:off x="533400" y="3238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defRPr sz="975" b="1">
                <a:solidFill>
                  <a:srgbClr val="66717D"/>
                </a:solidFill>
                <a:latin typeface="Hiragino Sans"/>
                <a:ea typeface="Hiragino Sans"/>
                <a:cs typeface="Hiragino Sans"/>
              </a:defRPr>
            </a:pPr>
            <a:r>
              <a:rPr sz="975" b="1">
                <a:solidFill>
                  <a:srgbClr val="66717D"/>
                </a:solidFill>
                <a:latin typeface="Hiragino Sans"/>
                <a:ea typeface="Hiragino Sans"/>
                <a:cs typeface="Hiragino Sans"/>
              </a:rPr>
              <a:t>06  試行準備</a:t>
            </a:r>
          </a:p>
        </p:txBody>
      </p:sp>
      <p:sp>
        <p:nvSpPr>
          <p:cNvPr id="2" name="title-6">
            <a:extLst xmlns:a="http://schemas.openxmlformats.org/drawingml/2006/main">
              <a:ext uri="{FF2B5EF4-FFF2-40B4-BE49-F238E27FC236}">
                <a16:creationId xmlns:a16="http://schemas.microsoft.com/office/drawing/2014/main" id="{EA94E9E4-EBA5-490D-BB27-6655629E88BF}"/>
              </a:ext>
            </a:extLst>
          </p:cNvPr>
          <p:cNvSpPr>
            <a:spLocks xmlns:a="http://schemas.openxmlformats.org/drawingml/2006/main" noGrp="1"/>
          </p:cNvSpPr>
          <p:nvPr/>
        </p:nvSpPr>
        <p:spPr>
          <a:xfrm xmlns:a="http://schemas.openxmlformats.org/drawingml/2006/main">
            <a:off x="533400" y="742950"/>
            <a:ext cx="11125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700" b="1">
                <a:solidFill>
                  <a:srgbClr val="0B1F33"/>
                </a:solidFill>
                <a:latin typeface="Hiragino Sans"/>
                <a:ea typeface="Hiragino Sans"/>
                <a:cs typeface="Hiragino Sans"/>
              </a:defRPr>
            </a:pPr>
            <a:r>
              <a:rPr sz="2700" b="1">
                <a:solidFill>
                  <a:srgbClr val="0B1F33"/>
                </a:solidFill>
                <a:latin typeface="Hiragino Sans"/>
                <a:ea typeface="Hiragino Sans"/>
                <a:cs typeface="Hiragino Sans"/>
              </a:rPr>
              <a:t>期間を決める前に、対象・必須項目・判定・終了条件を合意する</a:t>
            </a:r>
          </a:p>
        </p:txBody>
      </p:sp>
      <p:sp>
        <p:nvSpPr>
          <p:cNvPr id="3" name="title-rule-6">
            <a:extLst xmlns:a="http://schemas.openxmlformats.org/drawingml/2006/main">
              <a:ext uri="{FF2B5EF4-FFF2-40B4-BE49-F238E27FC236}">
                <a16:creationId xmlns:a16="http://schemas.microsoft.com/office/drawing/2014/main" id="{68216B89-887B-4B5D-8C15-4DE0349EAEB7}"/>
              </a:ext>
            </a:extLst>
          </p:cNvPr>
          <p:cNvSpPr>
            <a:spLocks xmlns:a="http://schemas.openxmlformats.org/drawingml/2006/main" noGrp="1"/>
          </p:cNvSpPr>
          <p:nvPr/>
        </p:nvSpPr>
        <p:spPr>
          <a:xfrm xmlns:a="http://schemas.openxmlformats.org/drawingml/2006/main">
            <a:off x="533400" y="1543050"/>
            <a:ext cx="11125200" cy="0"/>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4" name="footer-rule-6">
            <a:extLst xmlns:a="http://schemas.openxmlformats.org/drawingml/2006/main">
              <a:ext uri="{FF2B5EF4-FFF2-40B4-BE49-F238E27FC236}">
                <a16:creationId xmlns:a16="http://schemas.microsoft.com/office/drawing/2014/main" id="{9698BD26-6E7E-4A56-9FE2-F34CA9287D8E}"/>
              </a:ext>
            </a:extLst>
          </p:cNvPr>
          <p:cNvSpPr>
            <a:spLocks xmlns:a="http://schemas.openxmlformats.org/drawingml/2006/main" noGrp="1"/>
          </p:cNvSpPr>
          <p:nvPr/>
        </p:nvSpPr>
        <p:spPr>
          <a:xfrm xmlns:a="http://schemas.openxmlformats.org/drawingml/2006/main">
            <a:off x="533400" y="6419850"/>
            <a:ext cx="111252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5" name="footer-label-6">
            <a:extLst xmlns:a="http://schemas.openxmlformats.org/drawingml/2006/main">
              <a:ext uri="{FF2B5EF4-FFF2-40B4-BE49-F238E27FC236}">
                <a16:creationId xmlns:a16="http://schemas.microsoft.com/office/drawing/2014/main" id="{D5217270-60A5-4C13-B466-A59E6D8F351B}"/>
              </a:ext>
            </a:extLst>
          </p:cNvPr>
          <p:cNvSpPr>
            <a:spLocks xmlns:a="http://schemas.openxmlformats.org/drawingml/2006/main" noGrp="1"/>
          </p:cNvSpPr>
          <p:nvPr/>
        </p:nvSpPr>
        <p:spPr>
          <a:xfrm xmlns:a="http://schemas.openxmlformats.org/drawingml/2006/main">
            <a:off x="533400" y="6505575"/>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工事写真の確認フロー / 自主制作</a:t>
            </a:r>
          </a:p>
        </p:txBody>
      </p:sp>
      <p:sp>
        <p:nvSpPr>
          <p:cNvPr id="6" name="footer-page-6">
            <a:extLst xmlns:a="http://schemas.openxmlformats.org/drawingml/2006/main">
              <a:ext uri="{FF2B5EF4-FFF2-40B4-BE49-F238E27FC236}">
                <a16:creationId xmlns:a16="http://schemas.microsoft.com/office/drawing/2014/main" id="{79C39855-C925-4225-929A-8039534BDDE3}"/>
              </a:ext>
            </a:extLst>
          </p:cNvPr>
          <p:cNvSpPr>
            <a:spLocks xmlns:a="http://schemas.openxmlformats.org/drawingml/2006/main" noGrp="1"/>
          </p:cNvSpPr>
          <p:nvPr/>
        </p:nvSpPr>
        <p:spPr>
          <a:xfrm xmlns:a="http://schemas.openxmlformats.org/drawingml/2006/main">
            <a:off x="11049000" y="6505575"/>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06</a:t>
            </a:r>
          </a:p>
        </p:txBody>
      </p:sp>
      <p:graphicFrame>
        <p:nvGraphicFramePr>
          <p:cNvPr id="15" name=""/>
          <p:cNvGraphicFramePr/>
          <p:nvPr/>
        </p:nvGraphicFramePr>
        <p:xfrm>
          <a:off xmlns:a="http://schemas.openxmlformats.org/drawingml/2006/main" x="685800" y="2095500"/>
          <a:ext xmlns:a="http://schemas.openxmlformats.org/drawingml/2006/main" cx="10248900" cy="3295650"/>
        </p:xfrm>
        <a:graphic xmlns:a="http://schemas.openxmlformats.org/drawingml/2006/main">
          <a:graphicData uri="http://schemas.openxmlformats.org/drawingml/2006/table">
            <a:tbl>
              <a:tblPr/>
              <a:tblGrid>
                <a:gridCol w="1619250"/>
                <a:gridCol w="4895850"/>
                <a:gridCol w="3733800"/>
              </a:tblGrid>
              <a:tr h="549275">
                <a:tc>
                  <a:txBody>
                    <a:bodyPr lIns="114300" tIns="76200" rIns="114300" bIns="76200"/>
                    <a:lstStyle/>
                    <a:p>
                      <a:r>
                        <a:rPr sz="975" b="1">
                          <a:solidFill>
                            <a:srgbClr val="FFFFFF"/>
                          </a:solidFill>
                          <a:latin typeface="Hiragino Sans"/>
                          <a:ea typeface="Hiragino Sans"/>
                          <a:cs typeface="Hiragino Sans"/>
                        </a:rPr>
                        <a:t>項目</a:t>
                      </a:r>
                    </a:p>
                  </a:txBody>
                  <a:tcPr marL="91440" marR="91440" marT="45720" marB="45720" anchor="ctr">
                    <a:solidFill>
                      <a:srgbClr val="0B1F33"/>
                    </a:solidFill>
                  </a:tcPr>
                </a:tc>
                <a:tc>
                  <a:txBody>
                    <a:bodyPr lIns="114300" tIns="76200" rIns="114300" bIns="76200"/>
                    <a:lstStyle/>
                    <a:p>
                      <a:r>
                        <a:rPr sz="975" b="1">
                          <a:solidFill>
                            <a:srgbClr val="FFFFFF"/>
                          </a:solidFill>
                          <a:latin typeface="Hiragino Sans"/>
                          <a:ea typeface="Hiragino Sans"/>
                          <a:cs typeface="Hiragino Sans"/>
                        </a:rPr>
                        <a:t>打合せで確認すること</a:t>
                      </a:r>
                    </a:p>
                  </a:txBody>
                  <a:tcPr marL="91440" marR="91440" marT="45720" marB="45720" anchor="ctr">
                    <a:solidFill>
                      <a:srgbClr val="0B1F33"/>
                    </a:solidFill>
                  </a:tcPr>
                </a:tc>
                <a:tc>
                  <a:txBody>
                    <a:bodyPr lIns="114300" tIns="76200" rIns="114300" bIns="76200"/>
                    <a:lstStyle/>
                    <a:p>
                      <a:r>
                        <a:rPr sz="975" b="1">
                          <a:solidFill>
                            <a:srgbClr val="FFFFFF"/>
                          </a:solidFill>
                          <a:latin typeface="Hiragino Sans"/>
                          <a:ea typeface="Hiragino Sans"/>
                          <a:cs typeface="Hiragino Sans"/>
                        </a:rPr>
                        <a:t>決めること</a:t>
                      </a:r>
                    </a:p>
                  </a:txBody>
                  <a:tcPr marL="91440" marR="91440" marT="45720" marB="45720" anchor="ctr">
                    <a:solidFill>
                      <a:srgbClr val="0B1F33"/>
                    </a:solidFill>
                  </a:tcPr>
                </a:tc>
              </a:tr>
              <a:tr h="549275">
                <a:tc>
                  <a:txBody>
                    <a:bodyPr lIns="114300" tIns="76200" rIns="114300" bIns="76200"/>
                    <a:lstStyle/>
                    <a:p>
                      <a:r>
                        <a:rPr sz="1050" b="1">
                          <a:solidFill>
                            <a:srgbClr val="A84414"/>
                          </a:solidFill>
                          <a:latin typeface="Hiragino Sans"/>
                          <a:ea typeface="Hiragino Sans"/>
                          <a:cs typeface="Hiragino Sans"/>
                        </a:rPr>
                        <a:t>対象</a:t>
                      </a:r>
                    </a:p>
                  </a:txBody>
                  <a:tcPr marL="91440" marR="91440" marT="45720" marB="45720" anchor="ctr">
                    <a:solidFill>
                      <a:srgbClr val="FFFFFF"/>
                    </a:solidFill>
                  </a:tcPr>
                </a:tc>
                <a:tc>
                  <a:txBody>
                    <a:bodyPr lIns="114300" tIns="76200" rIns="114300" bIns="76200"/>
                    <a:lstStyle/>
                    <a:p>
                      <a:r>
                        <a:rPr sz="975" b="0">
                          <a:solidFill>
                            <a:srgbClr val="0B1F33"/>
                          </a:solidFill>
                          <a:latin typeface="Hiragino Sans"/>
                          <a:ea typeface="Hiragino Sans"/>
                          <a:cs typeface="Hiragino Sans"/>
                        </a:rPr>
                        <a:t>どの案件・工区・工程で試すか</a:t>
                      </a:r>
                    </a:p>
                  </a:txBody>
                  <a:tcPr marL="91440" marR="91440" marT="45720" marB="45720" anchor="ctr">
                    <a:solidFill>
                      <a:srgbClr val="FFFFFF"/>
                    </a:solidFill>
                  </a:tcPr>
                </a:tc>
                <a:tc>
                  <a:txBody>
                    <a:bodyPr lIns="114300" tIns="76200" rIns="114300" bIns="76200"/>
                    <a:lstStyle/>
                    <a:p>
                      <a:r>
                        <a:rPr sz="975" b="0">
                          <a:solidFill>
                            <a:srgbClr val="0B1F33"/>
                          </a:solidFill>
                          <a:latin typeface="Hiragino Sans"/>
                          <a:ea typeface="Hiragino Sans"/>
                          <a:cs typeface="Hiragino Sans"/>
                        </a:rPr>
                        <a:t>対象記録と担当者</a:t>
                      </a:r>
                    </a:p>
                  </a:txBody>
                  <a:tcPr marL="91440" marR="91440" marT="45720" marB="45720" anchor="ctr">
                    <a:solidFill>
                      <a:srgbClr val="FFFFFF"/>
                    </a:solidFill>
                  </a:tcPr>
                </a:tc>
              </a:tr>
              <a:tr h="549275">
                <a:tc>
                  <a:txBody>
                    <a:bodyPr lIns="114300" tIns="76200" rIns="114300" bIns="76200"/>
                    <a:lstStyle/>
                    <a:p>
                      <a:r>
                        <a:rPr sz="1050" b="1">
                          <a:solidFill>
                            <a:srgbClr val="A84414"/>
                          </a:solidFill>
                          <a:latin typeface="Hiragino Sans"/>
                          <a:ea typeface="Hiragino Sans"/>
                          <a:cs typeface="Hiragino Sans"/>
                        </a:rPr>
                        <a:t>必須項目</a:t>
                      </a:r>
                    </a:p>
                  </a:txBody>
                  <a:tcPr marL="91440" marR="91440" marT="45720" marB="45720" anchor="ctr">
                    <a:solidFill>
                      <a:srgbClr val="E9E8E2"/>
                    </a:solidFill>
                  </a:tcPr>
                </a:tc>
                <a:tc>
                  <a:txBody>
                    <a:bodyPr lIns="114300" tIns="76200" rIns="114300" bIns="76200"/>
                    <a:lstStyle/>
                    <a:p>
                      <a:r>
                        <a:rPr sz="975" b="0">
                          <a:solidFill>
                            <a:srgbClr val="0B1F33"/>
                          </a:solidFill>
                          <a:latin typeface="Hiragino Sans"/>
                          <a:ea typeface="Hiragino Sans"/>
                          <a:cs typeface="Hiragino Sans"/>
                        </a:rPr>
                        <a:t>工区、工程、撮影箇所、撮影日時のどこまで必須か</a:t>
                      </a:r>
                    </a:p>
                  </a:txBody>
                  <a:tcPr marL="91440" marR="91440" marT="45720" marB="45720" anchor="ctr">
                    <a:solidFill>
                      <a:srgbClr val="E9E8E2"/>
                    </a:solidFill>
                  </a:tcPr>
                </a:tc>
                <a:tc>
                  <a:txBody>
                    <a:bodyPr lIns="114300" tIns="76200" rIns="114300" bIns="76200"/>
                    <a:lstStyle/>
                    <a:p>
                      <a:r>
                        <a:rPr sz="975" b="0">
                          <a:solidFill>
                            <a:srgbClr val="0B1F33"/>
                          </a:solidFill>
                          <a:latin typeface="Hiragino Sans"/>
                          <a:ea typeface="Hiragino Sans"/>
                          <a:cs typeface="Hiragino Sans"/>
                        </a:rPr>
                        <a:t>入力項目と記入例</a:t>
                      </a:r>
                    </a:p>
                  </a:txBody>
                  <a:tcPr marL="91440" marR="91440" marT="45720" marB="45720" anchor="ctr">
                    <a:solidFill>
                      <a:srgbClr val="E9E8E2"/>
                    </a:solidFill>
                  </a:tcPr>
                </a:tc>
              </a:tr>
              <a:tr h="549275">
                <a:tc>
                  <a:txBody>
                    <a:bodyPr lIns="114300" tIns="76200" rIns="114300" bIns="76200"/>
                    <a:lstStyle/>
                    <a:p>
                      <a:r>
                        <a:rPr sz="1050" b="1">
                          <a:solidFill>
                            <a:srgbClr val="A84414"/>
                          </a:solidFill>
                          <a:latin typeface="Hiragino Sans"/>
                          <a:ea typeface="Hiragino Sans"/>
                          <a:cs typeface="Hiragino Sans"/>
                        </a:rPr>
                        <a:t>判定</a:t>
                      </a:r>
                    </a:p>
                  </a:txBody>
                  <a:tcPr marL="91440" marR="91440" marT="45720" marB="45720" anchor="ctr">
                    <a:solidFill>
                      <a:srgbClr val="FFFFFF"/>
                    </a:solidFill>
                  </a:tcPr>
                </a:tc>
                <a:tc>
                  <a:txBody>
                    <a:bodyPr lIns="114300" tIns="76200" rIns="114300" bIns="76200"/>
                    <a:lstStyle/>
                    <a:p>
                      <a:r>
                        <a:rPr sz="975" b="0">
                          <a:solidFill>
                            <a:srgbClr val="0B1F33"/>
                          </a:solidFill>
                          <a:latin typeface="Hiragino Sans"/>
                          <a:ea typeface="Hiragino Sans"/>
                          <a:cs typeface="Hiragino Sans"/>
                        </a:rPr>
                        <a:t>要確認・差し戻し・再確認・完了を誰が更新するか</a:t>
                      </a:r>
                    </a:p>
                  </a:txBody>
                  <a:tcPr marL="91440" marR="91440" marT="45720" marB="45720" anchor="ctr">
                    <a:solidFill>
                      <a:srgbClr val="FFFFFF"/>
                    </a:solidFill>
                  </a:tcPr>
                </a:tc>
                <a:tc>
                  <a:txBody>
                    <a:bodyPr lIns="114300" tIns="76200" rIns="114300" bIns="76200"/>
                    <a:lstStyle/>
                    <a:p>
                      <a:r>
                        <a:rPr sz="975" b="0">
                          <a:solidFill>
                            <a:srgbClr val="0B1F33"/>
                          </a:solidFill>
                          <a:latin typeface="Hiragino Sans"/>
                          <a:ea typeface="Hiragino Sans"/>
                          <a:cs typeface="Hiragino Sans"/>
                        </a:rPr>
                        <a:t>状態名と更新権限</a:t>
                      </a:r>
                    </a:p>
                  </a:txBody>
                  <a:tcPr marL="91440" marR="91440" marT="45720" marB="45720" anchor="ctr">
                    <a:solidFill>
                      <a:srgbClr val="FFFFFF"/>
                    </a:solidFill>
                  </a:tcPr>
                </a:tc>
              </a:tr>
              <a:tr h="549275">
                <a:tc>
                  <a:txBody>
                    <a:bodyPr lIns="114300" tIns="76200" rIns="114300" bIns="76200"/>
                    <a:lstStyle/>
                    <a:p>
                      <a:r>
                        <a:rPr sz="1050" b="1">
                          <a:solidFill>
                            <a:srgbClr val="A84414"/>
                          </a:solidFill>
                          <a:latin typeface="Hiragino Sans"/>
                          <a:ea typeface="Hiragino Sans"/>
                          <a:cs typeface="Hiragino Sans"/>
                        </a:rPr>
                        <a:t>保管</a:t>
                      </a:r>
                    </a:p>
                  </a:txBody>
                  <a:tcPr marL="91440" marR="91440" marT="45720" marB="45720" anchor="ctr">
                    <a:solidFill>
                      <a:srgbClr val="E9E8E2"/>
                    </a:solidFill>
                  </a:tcPr>
                </a:tc>
                <a:tc>
                  <a:txBody>
                    <a:bodyPr lIns="114300" tIns="76200" rIns="114300" bIns="76200"/>
                    <a:lstStyle/>
                    <a:p>
                      <a:r>
                        <a:rPr sz="975" b="0">
                          <a:solidFill>
                            <a:srgbClr val="0B1F33"/>
                          </a:solidFill>
                          <a:latin typeface="Hiragino Sans"/>
                          <a:ea typeface="Hiragino Sans"/>
                          <a:cs typeface="Hiragino Sans"/>
                        </a:rPr>
                        <a:t>元写真、再撮影写真、確認履歴をどこへ残すか</a:t>
                      </a:r>
                    </a:p>
                  </a:txBody>
                  <a:tcPr marL="91440" marR="91440" marT="45720" marB="45720" anchor="ctr">
                    <a:solidFill>
                      <a:srgbClr val="E9E8E2"/>
                    </a:solidFill>
                  </a:tcPr>
                </a:tc>
                <a:tc>
                  <a:txBody>
                    <a:bodyPr lIns="114300" tIns="76200" rIns="114300" bIns="76200"/>
                    <a:lstStyle/>
                    <a:p>
                      <a:r>
                        <a:rPr sz="975" b="0">
                          <a:solidFill>
                            <a:srgbClr val="0B1F33"/>
                          </a:solidFill>
                          <a:latin typeface="Hiragino Sans"/>
                          <a:ea typeface="Hiragino Sans"/>
                          <a:cs typeface="Hiragino Sans"/>
                        </a:rPr>
                        <a:t>保存先と保持期間</a:t>
                      </a:r>
                    </a:p>
                  </a:txBody>
                  <a:tcPr marL="91440" marR="91440" marT="45720" marB="45720" anchor="ctr">
                    <a:solidFill>
                      <a:srgbClr val="E9E8E2"/>
                    </a:solidFill>
                  </a:tcPr>
                </a:tc>
              </a:tr>
              <a:tr h="549275">
                <a:tc>
                  <a:txBody>
                    <a:bodyPr lIns="114300" tIns="76200" rIns="114300" bIns="76200"/>
                    <a:lstStyle/>
                    <a:p>
                      <a:r>
                        <a:rPr sz="1050" b="1">
                          <a:solidFill>
                            <a:srgbClr val="A84414"/>
                          </a:solidFill>
                          <a:latin typeface="Hiragino Sans"/>
                          <a:ea typeface="Hiragino Sans"/>
                          <a:cs typeface="Hiragino Sans"/>
                        </a:rPr>
                        <a:t>終了条件</a:t>
                      </a:r>
                    </a:p>
                  </a:txBody>
                  <a:tcPr marL="91440" marR="91440" marT="45720" marB="45720" anchor="ctr">
                    <a:solidFill>
                      <a:srgbClr val="FFFFFF"/>
                    </a:solidFill>
                  </a:tcPr>
                </a:tc>
                <a:tc>
                  <a:txBody>
                    <a:bodyPr lIns="114300" tIns="76200" rIns="114300" bIns="76200"/>
                    <a:lstStyle/>
                    <a:p>
                      <a:r>
                        <a:rPr sz="975" b="0">
                          <a:solidFill>
                            <a:srgbClr val="0B1F33"/>
                          </a:solidFill>
                          <a:latin typeface="Hiragino Sans"/>
                          <a:ea typeface="Hiragino Sans"/>
                          <a:cs typeface="Hiragino Sans"/>
                        </a:rPr>
                        <a:t>何を確認できれば限定試行を終えるか</a:t>
                      </a:r>
                    </a:p>
                  </a:txBody>
                  <a:tcPr marL="91440" marR="91440" marT="45720" marB="45720" anchor="ctr">
                    <a:solidFill>
                      <a:srgbClr val="FFFFFF"/>
                    </a:solidFill>
                  </a:tcPr>
                </a:tc>
                <a:tc>
                  <a:txBody>
                    <a:bodyPr lIns="114300" tIns="76200" rIns="114300" bIns="76200"/>
                    <a:lstStyle/>
                    <a:p>
                      <a:r>
                        <a:rPr sz="975" b="0">
                          <a:solidFill>
                            <a:srgbClr val="0B1F33"/>
                          </a:solidFill>
                          <a:latin typeface="Hiragino Sans"/>
                          <a:ea typeface="Hiragino Sans"/>
                          <a:cs typeface="Hiragino Sans"/>
                        </a:rPr>
                        <a:t>継続・修正・中止の基準</a:t>
                      </a:r>
                    </a:p>
                  </a:txBody>
                  <a:tcPr marL="91440" marR="91440" marT="45720" marB="45720" anchor="ctr">
                    <a:solidFill>
                      <a:srgbClr val="FFFFFF"/>
                    </a:solidFill>
                  </a:tcPr>
                </a:tc>
              </a:tr>
            </a:tbl>
          </a:graphicData>
        </a:graphic>
      </p:graphicFrame>
      <p:sp>
        <p:nvSpPr>
          <p:cNvPr id="8" name="p6-note">
            <a:extLst xmlns:a="http://schemas.openxmlformats.org/drawingml/2006/main">
              <a:ext uri="{FF2B5EF4-FFF2-40B4-BE49-F238E27FC236}">
                <a16:creationId xmlns:a16="http://schemas.microsoft.com/office/drawing/2014/main" id="{36EF4B1D-FD80-47AD-A9BF-83D86131A050}"/>
              </a:ext>
            </a:extLst>
          </p:cNvPr>
          <p:cNvSpPr>
            <a:spLocks xmlns:a="http://schemas.openxmlformats.org/drawingml/2006/main" noGrp="1"/>
          </p:cNvSpPr>
          <p:nvPr/>
        </p:nvSpPr>
        <p:spPr>
          <a:xfrm xmlns:a="http://schemas.openxmlformats.org/drawingml/2006/main">
            <a:off x="685800" y="5600700"/>
            <a:ext cx="1024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1">
                <a:solidFill>
                  <a:srgbClr val="293846"/>
                </a:solidFill>
                <a:latin typeface="Hiragino Sans"/>
                <a:ea typeface="Hiragino Sans"/>
                <a:cs typeface="Hiragino Sans"/>
              </a:defRPr>
            </a:pPr>
            <a:r>
              <a:rPr sz="1050" b="1">
                <a:solidFill>
                  <a:srgbClr val="293846"/>
                </a:solidFill>
                <a:latin typeface="Hiragino Sans"/>
                <a:ea typeface="Hiragino Sans"/>
                <a:cs typeface="Hiragino Sans"/>
              </a:rPr>
              <a:t>期間・人数・数値の閾値は、現場条件と支給資料を確認した後に設定します。</a:t>
            </a:r>
          </a:p>
        </p:txBody>
      </p:sp>
    </p:spTree>
    <p:extLst>
      <p:ext uri="{BB962C8B-B14F-4D97-AF65-F5344CB8AC3E}">
        <p14:creationId xmlns:p14="http://schemas.microsoft.com/office/powerpoint/2010/main" val="837576073"/>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8" name="label-7">
            <a:extLst xmlns:a="http://schemas.openxmlformats.org/drawingml/2006/main">
              <a:ext uri="{FF2B5EF4-FFF2-40B4-BE49-F238E27FC236}">
                <a16:creationId xmlns:a16="http://schemas.microsoft.com/office/drawing/2014/main" id="{5FCCE21D-6BD4-413A-9410-084CA8AE28E2}"/>
              </a:ext>
            </a:extLst>
          </p:cNvPr>
          <p:cNvSpPr>
            <a:spLocks xmlns:a="http://schemas.openxmlformats.org/drawingml/2006/main" noGrp="1"/>
          </p:cNvSpPr>
          <p:nvPr/>
        </p:nvSpPr>
        <p:spPr>
          <a:xfrm xmlns:a="http://schemas.openxmlformats.org/drawingml/2006/main">
            <a:off x="533400" y="3238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defRPr sz="975" b="1">
                <a:solidFill>
                  <a:srgbClr val="66717D"/>
                </a:solidFill>
                <a:latin typeface="Hiragino Sans"/>
                <a:ea typeface="Hiragino Sans"/>
                <a:cs typeface="Hiragino Sans"/>
              </a:defRPr>
            </a:pPr>
            <a:r>
              <a:rPr sz="975" b="1">
                <a:solidFill>
                  <a:srgbClr val="66717D"/>
                </a:solidFill>
                <a:latin typeface="Hiragino Sans"/>
                <a:ea typeface="Hiragino Sans"/>
                <a:cs typeface="Hiragino Sans"/>
              </a:rPr>
              <a:t>07  試行中の確認</a:t>
            </a:r>
          </a:p>
        </p:txBody>
      </p:sp>
      <p:sp>
        <p:nvSpPr>
          <p:cNvPr id="2" name="title-7">
            <a:extLst xmlns:a="http://schemas.openxmlformats.org/drawingml/2006/main">
              <a:ext uri="{FF2B5EF4-FFF2-40B4-BE49-F238E27FC236}">
                <a16:creationId xmlns:a16="http://schemas.microsoft.com/office/drawing/2014/main" id="{4596B8CD-E9DA-4EB8-813C-62C6B986FA8F}"/>
              </a:ext>
            </a:extLst>
          </p:cNvPr>
          <p:cNvSpPr>
            <a:spLocks xmlns:a="http://schemas.openxmlformats.org/drawingml/2006/main" noGrp="1"/>
          </p:cNvSpPr>
          <p:nvPr/>
        </p:nvSpPr>
        <p:spPr>
          <a:xfrm xmlns:a="http://schemas.openxmlformats.org/drawingml/2006/main">
            <a:off x="533400" y="742950"/>
            <a:ext cx="11125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700" b="1">
                <a:solidFill>
                  <a:srgbClr val="0B1F33"/>
                </a:solidFill>
                <a:latin typeface="Hiragino Sans"/>
                <a:ea typeface="Hiragino Sans"/>
                <a:cs typeface="Hiragino Sans"/>
              </a:defRPr>
            </a:pPr>
            <a:r>
              <a:rPr sz="2700" b="1">
                <a:solidFill>
                  <a:srgbClr val="0B1F33"/>
                </a:solidFill>
                <a:latin typeface="Hiragino Sans"/>
                <a:ea typeface="Hiragino Sans"/>
                <a:cs typeface="Hiragino Sans"/>
              </a:rPr>
              <a:t>記録漏れと差し戻し理由を残し、項目と運用を見直す</a:t>
            </a:r>
          </a:p>
        </p:txBody>
      </p:sp>
      <p:sp>
        <p:nvSpPr>
          <p:cNvPr id="3" name="title-rule-7">
            <a:extLst xmlns:a="http://schemas.openxmlformats.org/drawingml/2006/main">
              <a:ext uri="{FF2B5EF4-FFF2-40B4-BE49-F238E27FC236}">
                <a16:creationId xmlns:a16="http://schemas.microsoft.com/office/drawing/2014/main" id="{EECDABCF-82BC-4368-8F9F-46F355924F2D}"/>
              </a:ext>
            </a:extLst>
          </p:cNvPr>
          <p:cNvSpPr>
            <a:spLocks xmlns:a="http://schemas.openxmlformats.org/drawingml/2006/main" noGrp="1"/>
          </p:cNvSpPr>
          <p:nvPr/>
        </p:nvSpPr>
        <p:spPr>
          <a:xfrm xmlns:a="http://schemas.openxmlformats.org/drawingml/2006/main">
            <a:off x="533400" y="1543050"/>
            <a:ext cx="11125200" cy="0"/>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4" name="footer-rule-7">
            <a:extLst xmlns:a="http://schemas.openxmlformats.org/drawingml/2006/main">
              <a:ext uri="{FF2B5EF4-FFF2-40B4-BE49-F238E27FC236}">
                <a16:creationId xmlns:a16="http://schemas.microsoft.com/office/drawing/2014/main" id="{3C160457-5F4E-4232-9838-7D46F467A7B3}"/>
              </a:ext>
            </a:extLst>
          </p:cNvPr>
          <p:cNvSpPr>
            <a:spLocks xmlns:a="http://schemas.openxmlformats.org/drawingml/2006/main" noGrp="1"/>
          </p:cNvSpPr>
          <p:nvPr/>
        </p:nvSpPr>
        <p:spPr>
          <a:xfrm xmlns:a="http://schemas.openxmlformats.org/drawingml/2006/main">
            <a:off x="533400" y="6419850"/>
            <a:ext cx="111252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5" name="footer-label-7">
            <a:extLst xmlns:a="http://schemas.openxmlformats.org/drawingml/2006/main">
              <a:ext uri="{FF2B5EF4-FFF2-40B4-BE49-F238E27FC236}">
                <a16:creationId xmlns:a16="http://schemas.microsoft.com/office/drawing/2014/main" id="{23C02D94-4DD3-4FBA-9D4A-84A489B766A1}"/>
              </a:ext>
            </a:extLst>
          </p:cNvPr>
          <p:cNvSpPr>
            <a:spLocks xmlns:a="http://schemas.openxmlformats.org/drawingml/2006/main" noGrp="1"/>
          </p:cNvSpPr>
          <p:nvPr/>
        </p:nvSpPr>
        <p:spPr>
          <a:xfrm xmlns:a="http://schemas.openxmlformats.org/drawingml/2006/main">
            <a:off x="533400" y="6505575"/>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工事写真の確認フロー / 自主制作</a:t>
            </a:r>
          </a:p>
        </p:txBody>
      </p:sp>
      <p:sp>
        <p:nvSpPr>
          <p:cNvPr id="6" name="footer-page-7">
            <a:extLst xmlns:a="http://schemas.openxmlformats.org/drawingml/2006/main">
              <a:ext uri="{FF2B5EF4-FFF2-40B4-BE49-F238E27FC236}">
                <a16:creationId xmlns:a16="http://schemas.microsoft.com/office/drawing/2014/main" id="{E892C3D3-CE50-4DE1-BD01-64D5C44D0CDF}"/>
              </a:ext>
            </a:extLst>
          </p:cNvPr>
          <p:cNvSpPr>
            <a:spLocks xmlns:a="http://schemas.openxmlformats.org/drawingml/2006/main" noGrp="1"/>
          </p:cNvSpPr>
          <p:nvPr/>
        </p:nvSpPr>
        <p:spPr>
          <a:xfrm xmlns:a="http://schemas.openxmlformats.org/drawingml/2006/main">
            <a:off x="11049000" y="6505575"/>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07</a:t>
            </a:r>
          </a:p>
        </p:txBody>
      </p:sp>
      <p:sp>
        <p:nvSpPr>
          <p:cNvPr id="7" name="p7-col-1">
            <a:extLst xmlns:a="http://schemas.openxmlformats.org/drawingml/2006/main">
              <a:ext uri="{FF2B5EF4-FFF2-40B4-BE49-F238E27FC236}">
                <a16:creationId xmlns:a16="http://schemas.microsoft.com/office/drawing/2014/main" id="{8484EDC9-0413-48AA-9DF7-55DE72FF08C9}"/>
              </a:ext>
            </a:extLst>
          </p:cNvPr>
          <p:cNvSpPr>
            <a:spLocks xmlns:a="http://schemas.openxmlformats.org/drawingml/2006/main" noGrp="1"/>
          </p:cNvSpPr>
          <p:nvPr/>
        </p:nvSpPr>
        <p:spPr>
          <a:xfrm xmlns:a="http://schemas.openxmlformats.org/drawingml/2006/main">
            <a:off x="685800" y="19812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1">
                <a:solidFill>
                  <a:srgbClr val="A84414"/>
                </a:solidFill>
                <a:latin typeface="Hiragino Sans"/>
                <a:ea typeface="Hiragino Sans"/>
                <a:cs typeface="Hiragino Sans"/>
              </a:defRPr>
            </a:pPr>
            <a:r>
              <a:rPr sz="1125" b="1">
                <a:solidFill>
                  <a:srgbClr val="A84414"/>
                </a:solidFill>
                <a:latin typeface="Hiragino Sans"/>
                <a:ea typeface="Hiragino Sans"/>
                <a:cs typeface="Hiragino Sans"/>
              </a:rPr>
              <a:t>観察すること</a:t>
            </a:r>
          </a:p>
        </p:txBody>
      </p:sp>
      <p:sp>
        <p:nvSpPr>
          <p:cNvPr id="8" name="p7-col-2">
            <a:extLst xmlns:a="http://schemas.openxmlformats.org/drawingml/2006/main">
              <a:ext uri="{FF2B5EF4-FFF2-40B4-BE49-F238E27FC236}">
                <a16:creationId xmlns:a16="http://schemas.microsoft.com/office/drawing/2014/main" id="{4876447E-AB71-4F20-9209-970CD912DCAE}"/>
              </a:ext>
            </a:extLst>
          </p:cNvPr>
          <p:cNvSpPr>
            <a:spLocks xmlns:a="http://schemas.openxmlformats.org/drawingml/2006/main" noGrp="1"/>
          </p:cNvSpPr>
          <p:nvPr/>
        </p:nvSpPr>
        <p:spPr>
          <a:xfrm xmlns:a="http://schemas.openxmlformats.org/drawingml/2006/main">
            <a:off x="3429000" y="19812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1">
                <a:solidFill>
                  <a:srgbClr val="315B75"/>
                </a:solidFill>
                <a:latin typeface="Hiragino Sans"/>
                <a:ea typeface="Hiragino Sans"/>
                <a:cs typeface="Hiragino Sans"/>
              </a:defRPr>
            </a:pPr>
            <a:r>
              <a:rPr sz="1125" b="1">
                <a:solidFill>
                  <a:srgbClr val="315B75"/>
                </a:solidFill>
                <a:latin typeface="Hiragino Sans"/>
                <a:ea typeface="Hiragino Sans"/>
                <a:cs typeface="Hiragino Sans"/>
              </a:rPr>
              <a:t>記録する場面</a:t>
            </a:r>
          </a:p>
        </p:txBody>
      </p:sp>
      <p:sp>
        <p:nvSpPr>
          <p:cNvPr id="9" name="p7-col-3">
            <a:extLst xmlns:a="http://schemas.openxmlformats.org/drawingml/2006/main">
              <a:ext uri="{FF2B5EF4-FFF2-40B4-BE49-F238E27FC236}">
                <a16:creationId xmlns:a16="http://schemas.microsoft.com/office/drawing/2014/main" id="{B731050B-A151-4727-B44D-3B537E5E6ED4}"/>
              </a:ext>
            </a:extLst>
          </p:cNvPr>
          <p:cNvSpPr>
            <a:spLocks xmlns:a="http://schemas.openxmlformats.org/drawingml/2006/main" noGrp="1"/>
          </p:cNvSpPr>
          <p:nvPr/>
        </p:nvSpPr>
        <p:spPr>
          <a:xfrm xmlns:a="http://schemas.openxmlformats.org/drawingml/2006/main">
            <a:off x="7429500" y="1981200"/>
            <a:ext cx="3543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1">
                <a:solidFill>
                  <a:srgbClr val="3E715B"/>
                </a:solidFill>
                <a:latin typeface="Hiragino Sans"/>
                <a:ea typeface="Hiragino Sans"/>
                <a:cs typeface="Hiragino Sans"/>
              </a:defRPr>
            </a:pPr>
            <a:r>
              <a:rPr sz="1125" b="1">
                <a:solidFill>
                  <a:srgbClr val="3E715B"/>
                </a:solidFill>
                <a:latin typeface="Hiragino Sans"/>
                <a:ea typeface="Hiragino Sans"/>
                <a:cs typeface="Hiragino Sans"/>
              </a:rPr>
              <a:t>見直す箇所</a:t>
            </a:r>
          </a:p>
        </p:txBody>
      </p:sp>
      <p:sp>
        <p:nvSpPr>
          <p:cNvPr id="10" name="p7-head-rule">
            <a:extLst xmlns:a="http://schemas.openxmlformats.org/drawingml/2006/main">
              <a:ext uri="{FF2B5EF4-FFF2-40B4-BE49-F238E27FC236}">
                <a16:creationId xmlns:a16="http://schemas.microsoft.com/office/drawing/2014/main" id="{5BCF9E96-0F87-4115-9198-C0BA5F2F5B2F}"/>
              </a:ext>
            </a:extLst>
          </p:cNvPr>
          <p:cNvSpPr>
            <a:spLocks xmlns:a="http://schemas.openxmlformats.org/drawingml/2006/main" noGrp="1"/>
          </p:cNvSpPr>
          <p:nvPr/>
        </p:nvSpPr>
        <p:spPr>
          <a:xfrm xmlns:a="http://schemas.openxmlformats.org/drawingml/2006/main">
            <a:off x="685800" y="2324100"/>
            <a:ext cx="10287000" cy="0"/>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11" name="p7-obs-0">
            <a:extLst xmlns:a="http://schemas.openxmlformats.org/drawingml/2006/main">
              <a:ext uri="{FF2B5EF4-FFF2-40B4-BE49-F238E27FC236}">
                <a16:creationId xmlns:a16="http://schemas.microsoft.com/office/drawing/2014/main" id="{3E2706A5-940E-4F8D-8A61-5CDD2EC08070}"/>
              </a:ext>
            </a:extLst>
          </p:cNvPr>
          <p:cNvSpPr>
            <a:spLocks xmlns:a="http://schemas.openxmlformats.org/drawingml/2006/main" noGrp="1"/>
          </p:cNvSpPr>
          <p:nvPr/>
        </p:nvSpPr>
        <p:spPr>
          <a:xfrm xmlns:a="http://schemas.openxmlformats.org/drawingml/2006/main">
            <a:off x="685800" y="26479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1">
                <a:solidFill>
                  <a:srgbClr val="0B1F33"/>
                </a:solidFill>
                <a:latin typeface="Hiragino Sans"/>
                <a:ea typeface="Hiragino Sans"/>
                <a:cs typeface="Hiragino Sans"/>
              </a:defRPr>
            </a:pPr>
            <a:r>
              <a:rPr sz="1275" b="1">
                <a:solidFill>
                  <a:srgbClr val="0B1F33"/>
                </a:solidFill>
                <a:latin typeface="Hiragino Sans"/>
                <a:ea typeface="Hiragino Sans"/>
                <a:cs typeface="Hiragino Sans"/>
              </a:rPr>
              <a:t>記録漏れ</a:t>
            </a:r>
          </a:p>
        </p:txBody>
      </p:sp>
      <p:sp>
        <p:nvSpPr>
          <p:cNvPr id="12" name="p7-scene-0">
            <a:extLst xmlns:a="http://schemas.openxmlformats.org/drawingml/2006/main">
              <a:ext uri="{FF2B5EF4-FFF2-40B4-BE49-F238E27FC236}">
                <a16:creationId xmlns:a16="http://schemas.microsoft.com/office/drawing/2014/main" id="{80756C43-6DA5-456E-8AB6-5F3B9F49B4E0}"/>
              </a:ext>
            </a:extLst>
          </p:cNvPr>
          <p:cNvSpPr>
            <a:spLocks xmlns:a="http://schemas.openxmlformats.org/drawingml/2006/main" noGrp="1"/>
          </p:cNvSpPr>
          <p:nvPr/>
        </p:nvSpPr>
        <p:spPr>
          <a:xfrm xmlns:a="http://schemas.openxmlformats.org/drawingml/2006/main">
            <a:off x="3429000" y="26479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必須項目が空欄になった場面</a:t>
            </a:r>
          </a:p>
        </p:txBody>
      </p:sp>
      <p:sp>
        <p:nvSpPr>
          <p:cNvPr id="13" name="p7-revise-0">
            <a:extLst xmlns:a="http://schemas.openxmlformats.org/drawingml/2006/main">
              <a:ext uri="{FF2B5EF4-FFF2-40B4-BE49-F238E27FC236}">
                <a16:creationId xmlns:a16="http://schemas.microsoft.com/office/drawing/2014/main" id="{3B212047-CB42-437D-A99C-1DDD28CBB5EC}"/>
              </a:ext>
            </a:extLst>
          </p:cNvPr>
          <p:cNvSpPr>
            <a:spLocks xmlns:a="http://schemas.openxmlformats.org/drawingml/2006/main" noGrp="1"/>
          </p:cNvSpPr>
          <p:nvPr/>
        </p:nvSpPr>
        <p:spPr>
          <a:xfrm xmlns:a="http://schemas.openxmlformats.org/drawingml/2006/main">
            <a:off x="7429500" y="2647950"/>
            <a:ext cx="3543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入力項目や説明を修正</a:t>
            </a:r>
          </a:p>
        </p:txBody>
      </p:sp>
      <p:sp>
        <p:nvSpPr>
          <p:cNvPr id="14" name="p7-row-rule-0">
            <a:extLst xmlns:a="http://schemas.openxmlformats.org/drawingml/2006/main">
              <a:ext uri="{FF2B5EF4-FFF2-40B4-BE49-F238E27FC236}">
                <a16:creationId xmlns:a16="http://schemas.microsoft.com/office/drawing/2014/main" id="{4697FD07-D16B-4976-A7CE-54252E9578B7}"/>
              </a:ext>
            </a:extLst>
          </p:cNvPr>
          <p:cNvSpPr>
            <a:spLocks xmlns:a="http://schemas.openxmlformats.org/drawingml/2006/main" noGrp="1"/>
          </p:cNvSpPr>
          <p:nvPr/>
        </p:nvSpPr>
        <p:spPr>
          <a:xfrm xmlns:a="http://schemas.openxmlformats.org/drawingml/2006/main">
            <a:off x="685800" y="3105150"/>
            <a:ext cx="102870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15" name="p7-obs-1">
            <a:extLst xmlns:a="http://schemas.openxmlformats.org/drawingml/2006/main">
              <a:ext uri="{FF2B5EF4-FFF2-40B4-BE49-F238E27FC236}">
                <a16:creationId xmlns:a16="http://schemas.microsoft.com/office/drawing/2014/main" id="{BBAAD04A-DE2F-4082-9889-C3A99728030F}"/>
              </a:ext>
            </a:extLst>
          </p:cNvPr>
          <p:cNvSpPr>
            <a:spLocks xmlns:a="http://schemas.openxmlformats.org/drawingml/2006/main" noGrp="1"/>
          </p:cNvSpPr>
          <p:nvPr/>
        </p:nvSpPr>
        <p:spPr>
          <a:xfrm xmlns:a="http://schemas.openxmlformats.org/drawingml/2006/main">
            <a:off x="685800" y="33528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1">
                <a:solidFill>
                  <a:srgbClr val="0B1F33"/>
                </a:solidFill>
                <a:latin typeface="Hiragino Sans"/>
                <a:ea typeface="Hiragino Sans"/>
                <a:cs typeface="Hiragino Sans"/>
              </a:defRPr>
            </a:pPr>
            <a:r>
              <a:rPr sz="1275" b="1">
                <a:solidFill>
                  <a:srgbClr val="0B1F33"/>
                </a:solidFill>
                <a:latin typeface="Hiragino Sans"/>
                <a:ea typeface="Hiragino Sans"/>
                <a:cs typeface="Hiragino Sans"/>
              </a:rPr>
              <a:t>照合の手間</a:t>
            </a:r>
          </a:p>
        </p:txBody>
      </p:sp>
      <p:sp>
        <p:nvSpPr>
          <p:cNvPr id="16" name="p7-scene-1">
            <a:extLst xmlns:a="http://schemas.openxmlformats.org/drawingml/2006/main">
              <a:ext uri="{FF2B5EF4-FFF2-40B4-BE49-F238E27FC236}">
                <a16:creationId xmlns:a16="http://schemas.microsoft.com/office/drawing/2014/main" id="{14A6C09B-A2E0-4E2B-AFD9-AA8955A2050D}"/>
              </a:ext>
            </a:extLst>
          </p:cNvPr>
          <p:cNvSpPr>
            <a:spLocks xmlns:a="http://schemas.openxmlformats.org/drawingml/2006/main" noGrp="1"/>
          </p:cNvSpPr>
          <p:nvPr/>
        </p:nvSpPr>
        <p:spPr>
          <a:xfrm xmlns:a="http://schemas.openxmlformats.org/drawingml/2006/main">
            <a:off x="3429000" y="33528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工区・工程・撮影箇所を探し直した場面</a:t>
            </a:r>
          </a:p>
        </p:txBody>
      </p:sp>
      <p:sp>
        <p:nvSpPr>
          <p:cNvPr id="17" name="p7-revise-1">
            <a:extLst xmlns:a="http://schemas.openxmlformats.org/drawingml/2006/main">
              <a:ext uri="{FF2B5EF4-FFF2-40B4-BE49-F238E27FC236}">
                <a16:creationId xmlns:a16="http://schemas.microsoft.com/office/drawing/2014/main" id="{C4949110-C52A-486C-8CC8-432F6610C75A}"/>
              </a:ext>
            </a:extLst>
          </p:cNvPr>
          <p:cNvSpPr>
            <a:spLocks xmlns:a="http://schemas.openxmlformats.org/drawingml/2006/main" noGrp="1"/>
          </p:cNvSpPr>
          <p:nvPr/>
        </p:nvSpPr>
        <p:spPr>
          <a:xfrm xmlns:a="http://schemas.openxmlformats.org/drawingml/2006/main">
            <a:off x="7429500" y="3352800"/>
            <a:ext cx="3543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項目や表示順を修正</a:t>
            </a:r>
          </a:p>
        </p:txBody>
      </p:sp>
      <p:sp>
        <p:nvSpPr>
          <p:cNvPr id="18" name="p7-row-rule-1">
            <a:extLst xmlns:a="http://schemas.openxmlformats.org/drawingml/2006/main">
              <a:ext uri="{FF2B5EF4-FFF2-40B4-BE49-F238E27FC236}">
                <a16:creationId xmlns:a16="http://schemas.microsoft.com/office/drawing/2014/main" id="{ACA1010A-3746-4D0E-9F20-94E646958BF0}"/>
              </a:ext>
            </a:extLst>
          </p:cNvPr>
          <p:cNvSpPr>
            <a:spLocks xmlns:a="http://schemas.openxmlformats.org/drawingml/2006/main" noGrp="1"/>
          </p:cNvSpPr>
          <p:nvPr/>
        </p:nvSpPr>
        <p:spPr>
          <a:xfrm xmlns:a="http://schemas.openxmlformats.org/drawingml/2006/main">
            <a:off x="685800" y="3810000"/>
            <a:ext cx="102870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19" name="p7-obs-2">
            <a:extLst xmlns:a="http://schemas.openxmlformats.org/drawingml/2006/main">
              <a:ext uri="{FF2B5EF4-FFF2-40B4-BE49-F238E27FC236}">
                <a16:creationId xmlns:a16="http://schemas.microsoft.com/office/drawing/2014/main" id="{DF557089-4007-4072-ABC2-39EB3A651219}"/>
              </a:ext>
            </a:extLst>
          </p:cNvPr>
          <p:cNvSpPr>
            <a:spLocks xmlns:a="http://schemas.openxmlformats.org/drawingml/2006/main" noGrp="1"/>
          </p:cNvSpPr>
          <p:nvPr/>
        </p:nvSpPr>
        <p:spPr>
          <a:xfrm xmlns:a="http://schemas.openxmlformats.org/drawingml/2006/main">
            <a:off x="685800" y="40576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1">
                <a:solidFill>
                  <a:srgbClr val="0B1F33"/>
                </a:solidFill>
                <a:latin typeface="Hiragino Sans"/>
                <a:ea typeface="Hiragino Sans"/>
                <a:cs typeface="Hiragino Sans"/>
              </a:defRPr>
            </a:pPr>
            <a:r>
              <a:rPr sz="1275" b="1">
                <a:solidFill>
                  <a:srgbClr val="0B1F33"/>
                </a:solidFill>
                <a:latin typeface="Hiragino Sans"/>
                <a:ea typeface="Hiragino Sans"/>
                <a:cs typeface="Hiragino Sans"/>
              </a:rPr>
              <a:t>差し戻し</a:t>
            </a:r>
          </a:p>
        </p:txBody>
      </p:sp>
      <p:sp>
        <p:nvSpPr>
          <p:cNvPr id="20" name="p7-scene-2">
            <a:extLst xmlns:a="http://schemas.openxmlformats.org/drawingml/2006/main">
              <a:ext uri="{FF2B5EF4-FFF2-40B4-BE49-F238E27FC236}">
                <a16:creationId xmlns:a16="http://schemas.microsoft.com/office/drawing/2014/main" id="{081F7CC3-5FAB-464B-A87A-88514DDBE7C2}"/>
              </a:ext>
            </a:extLst>
          </p:cNvPr>
          <p:cNvSpPr>
            <a:spLocks xmlns:a="http://schemas.openxmlformats.org/drawingml/2006/main" noGrp="1"/>
          </p:cNvSpPr>
          <p:nvPr/>
        </p:nvSpPr>
        <p:spPr>
          <a:xfrm xmlns:a="http://schemas.openxmlformats.org/drawingml/2006/main">
            <a:off x="3429000" y="40576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内容不足で確認できなかった場面</a:t>
            </a:r>
          </a:p>
        </p:txBody>
      </p:sp>
      <p:sp>
        <p:nvSpPr>
          <p:cNvPr id="21" name="p7-revise-2">
            <a:extLst xmlns:a="http://schemas.openxmlformats.org/drawingml/2006/main">
              <a:ext uri="{FF2B5EF4-FFF2-40B4-BE49-F238E27FC236}">
                <a16:creationId xmlns:a16="http://schemas.microsoft.com/office/drawing/2014/main" id="{4065F4F1-5C74-459D-B0A7-70CFD5ED7B97}"/>
              </a:ext>
            </a:extLst>
          </p:cNvPr>
          <p:cNvSpPr>
            <a:spLocks xmlns:a="http://schemas.openxmlformats.org/drawingml/2006/main" noGrp="1"/>
          </p:cNvSpPr>
          <p:nvPr/>
        </p:nvSpPr>
        <p:spPr>
          <a:xfrm xmlns:a="http://schemas.openxmlformats.org/drawingml/2006/main">
            <a:off x="7429500" y="4057650"/>
            <a:ext cx="3543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記録ルールと例を修正</a:t>
            </a:r>
          </a:p>
        </p:txBody>
      </p:sp>
      <p:sp>
        <p:nvSpPr>
          <p:cNvPr id="22" name="p7-row-rule-2">
            <a:extLst xmlns:a="http://schemas.openxmlformats.org/drawingml/2006/main">
              <a:ext uri="{FF2B5EF4-FFF2-40B4-BE49-F238E27FC236}">
                <a16:creationId xmlns:a16="http://schemas.microsoft.com/office/drawing/2014/main" id="{A9A1D2AD-E318-448A-8A91-DB5DD5E01959}"/>
              </a:ext>
            </a:extLst>
          </p:cNvPr>
          <p:cNvSpPr>
            <a:spLocks xmlns:a="http://schemas.openxmlformats.org/drawingml/2006/main" noGrp="1"/>
          </p:cNvSpPr>
          <p:nvPr/>
        </p:nvSpPr>
        <p:spPr>
          <a:xfrm xmlns:a="http://schemas.openxmlformats.org/drawingml/2006/main">
            <a:off x="685800" y="4514850"/>
            <a:ext cx="102870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23" name="p7-obs-3">
            <a:extLst xmlns:a="http://schemas.openxmlformats.org/drawingml/2006/main">
              <a:ext uri="{FF2B5EF4-FFF2-40B4-BE49-F238E27FC236}">
                <a16:creationId xmlns:a16="http://schemas.microsoft.com/office/drawing/2014/main" id="{A65F4CDB-02ED-418F-B742-56B46DBE0A4F}"/>
              </a:ext>
            </a:extLst>
          </p:cNvPr>
          <p:cNvSpPr>
            <a:spLocks xmlns:a="http://schemas.openxmlformats.org/drawingml/2006/main" noGrp="1"/>
          </p:cNvSpPr>
          <p:nvPr/>
        </p:nvSpPr>
        <p:spPr>
          <a:xfrm xmlns:a="http://schemas.openxmlformats.org/drawingml/2006/main">
            <a:off x="685800" y="4762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1">
                <a:solidFill>
                  <a:srgbClr val="0B1F33"/>
                </a:solidFill>
                <a:latin typeface="Hiragino Sans"/>
                <a:ea typeface="Hiragino Sans"/>
                <a:cs typeface="Hiragino Sans"/>
              </a:defRPr>
            </a:pPr>
            <a:r>
              <a:rPr sz="1275" b="1">
                <a:solidFill>
                  <a:srgbClr val="0B1F33"/>
                </a:solidFill>
                <a:latin typeface="Hiragino Sans"/>
                <a:ea typeface="Hiragino Sans"/>
                <a:cs typeface="Hiragino Sans"/>
              </a:rPr>
              <a:t>担当不明</a:t>
            </a:r>
          </a:p>
        </p:txBody>
      </p:sp>
      <p:sp>
        <p:nvSpPr>
          <p:cNvPr id="24" name="p7-scene-3">
            <a:extLst xmlns:a="http://schemas.openxmlformats.org/drawingml/2006/main">
              <a:ext uri="{FF2B5EF4-FFF2-40B4-BE49-F238E27FC236}">
                <a16:creationId xmlns:a16="http://schemas.microsoft.com/office/drawing/2014/main" id="{8E1943A2-DAD2-48FE-852B-303584987A8F}"/>
              </a:ext>
            </a:extLst>
          </p:cNvPr>
          <p:cNvSpPr>
            <a:spLocks xmlns:a="http://schemas.openxmlformats.org/drawingml/2006/main" noGrp="1"/>
          </p:cNvSpPr>
          <p:nvPr/>
        </p:nvSpPr>
        <p:spPr>
          <a:xfrm xmlns:a="http://schemas.openxmlformats.org/drawingml/2006/main">
            <a:off x="3429000" y="47625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確認先が分からなかった場面</a:t>
            </a:r>
          </a:p>
        </p:txBody>
      </p:sp>
      <p:sp>
        <p:nvSpPr>
          <p:cNvPr id="25" name="p7-revise-3">
            <a:extLst xmlns:a="http://schemas.openxmlformats.org/drawingml/2006/main">
              <a:ext uri="{FF2B5EF4-FFF2-40B4-BE49-F238E27FC236}">
                <a16:creationId xmlns:a16="http://schemas.microsoft.com/office/drawing/2014/main" id="{09ACE7A9-7FB3-4A3C-86F6-83CCABD7984F}"/>
              </a:ext>
            </a:extLst>
          </p:cNvPr>
          <p:cNvSpPr>
            <a:spLocks xmlns:a="http://schemas.openxmlformats.org/drawingml/2006/main" noGrp="1"/>
          </p:cNvSpPr>
          <p:nvPr/>
        </p:nvSpPr>
        <p:spPr>
          <a:xfrm xmlns:a="http://schemas.openxmlformats.org/drawingml/2006/main">
            <a:off x="7429500" y="4762500"/>
            <a:ext cx="3543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役割・通知先を修正</a:t>
            </a:r>
          </a:p>
        </p:txBody>
      </p:sp>
      <p:sp>
        <p:nvSpPr>
          <p:cNvPr id="26" name="p7-bottom">
            <a:extLst xmlns:a="http://schemas.openxmlformats.org/drawingml/2006/main">
              <a:ext uri="{FF2B5EF4-FFF2-40B4-BE49-F238E27FC236}">
                <a16:creationId xmlns:a16="http://schemas.microsoft.com/office/drawing/2014/main" id="{4F9EEB6C-128C-4BB7-8F9C-4450DA6D6C17}"/>
              </a:ext>
            </a:extLst>
          </p:cNvPr>
          <p:cNvSpPr>
            <a:spLocks xmlns:a="http://schemas.openxmlformats.org/drawingml/2006/main" noGrp="1"/>
          </p:cNvSpPr>
          <p:nvPr/>
        </p:nvSpPr>
        <p:spPr>
          <a:xfrm xmlns:a="http://schemas.openxmlformats.org/drawingml/2006/main">
            <a:off x="685800" y="5562600"/>
            <a:ext cx="10287000" cy="323850"/>
          </a:xfrm>
          <a:prstGeom xmlns:a="http://schemas.openxmlformats.org/drawingml/2006/main" prst="rect">
            <a:avLst/>
          </a:prstGeom>
          <a:solidFill xmlns:a="http://schemas.openxmlformats.org/drawingml/2006/main">
            <a:srgbClr val="F7E5DB"/>
          </a:solidFill>
          <a:ln xmlns:a="http://schemas.openxmlformats.org/drawingml/2006/main" w="0">
            <a:noFill/>
            <a:prstDash val="solid"/>
          </a:ln>
        </p:spPr>
      </p:sp>
      <p:sp>
        <p:nvSpPr>
          <p:cNvPr id="27" name="p7-bottom-copy">
            <a:extLst xmlns:a="http://schemas.openxmlformats.org/drawingml/2006/main">
              <a:ext uri="{FF2B5EF4-FFF2-40B4-BE49-F238E27FC236}">
                <a16:creationId xmlns:a16="http://schemas.microsoft.com/office/drawing/2014/main" id="{884F882D-AC9D-4DD7-B09B-C46B45D8340E}"/>
              </a:ext>
            </a:extLst>
          </p:cNvPr>
          <p:cNvSpPr>
            <a:spLocks xmlns:a="http://schemas.openxmlformats.org/drawingml/2006/main" noGrp="1"/>
          </p:cNvSpPr>
          <p:nvPr/>
        </p:nvSpPr>
        <p:spPr>
          <a:xfrm xmlns:a="http://schemas.openxmlformats.org/drawingml/2006/main">
            <a:off x="876300" y="56197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0">
                <a:solidFill>
                  <a:srgbClr val="293846"/>
                </a:solidFill>
                <a:latin typeface="Hiragino Sans"/>
                <a:ea typeface="Hiragino Sans"/>
                <a:cs typeface="Hiragino Sans"/>
              </a:defRPr>
            </a:pPr>
            <a:r>
              <a:rPr sz="975" b="0">
                <a:solidFill>
                  <a:srgbClr val="293846"/>
                </a:solidFill>
                <a:latin typeface="Hiragino Sans"/>
                <a:ea typeface="Hiragino Sans"/>
                <a:cs typeface="Hiragino Sans"/>
              </a:rPr>
              <a:t>成功率などの結果値を置く場合は、計測方法と母数を合わせて記録します。</a:t>
            </a:r>
          </a:p>
        </p:txBody>
      </p:sp>
    </p:spTree>
    <p:extLst>
      <p:ext uri="{BB962C8B-B14F-4D97-AF65-F5344CB8AC3E}">
        <p14:creationId xmlns:p14="http://schemas.microsoft.com/office/powerpoint/2010/main" val="756864030"/>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5" name="label-8">
            <a:extLst xmlns:a="http://schemas.openxmlformats.org/drawingml/2006/main">
              <a:ext uri="{FF2B5EF4-FFF2-40B4-BE49-F238E27FC236}">
                <a16:creationId xmlns:a16="http://schemas.microsoft.com/office/drawing/2014/main" id="{0969A43C-F074-407A-B291-C3BA83B27DCC}"/>
              </a:ext>
            </a:extLst>
          </p:cNvPr>
          <p:cNvSpPr>
            <a:spLocks xmlns:a="http://schemas.openxmlformats.org/drawingml/2006/main" noGrp="1"/>
          </p:cNvSpPr>
          <p:nvPr/>
        </p:nvSpPr>
        <p:spPr>
          <a:xfrm xmlns:a="http://schemas.openxmlformats.org/drawingml/2006/main">
            <a:off x="533400" y="3238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defRPr sz="975" b="1">
                <a:solidFill>
                  <a:srgbClr val="66717D"/>
                </a:solidFill>
                <a:latin typeface="Hiragino Sans"/>
                <a:ea typeface="Hiragino Sans"/>
                <a:cs typeface="Hiragino Sans"/>
              </a:defRPr>
            </a:pPr>
            <a:r>
              <a:rPr sz="975" b="1">
                <a:solidFill>
                  <a:srgbClr val="66717D"/>
                </a:solidFill>
                <a:latin typeface="Hiragino Sans"/>
                <a:ea typeface="Hiragino Sans"/>
                <a:cs typeface="Hiragino Sans"/>
              </a:rPr>
              <a:t>08  確認事項</a:t>
            </a:r>
          </a:p>
        </p:txBody>
      </p:sp>
      <p:sp>
        <p:nvSpPr>
          <p:cNvPr id="2" name="title-8">
            <a:extLst xmlns:a="http://schemas.openxmlformats.org/drawingml/2006/main">
              <a:ext uri="{FF2B5EF4-FFF2-40B4-BE49-F238E27FC236}">
                <a16:creationId xmlns:a16="http://schemas.microsoft.com/office/drawing/2014/main" id="{0AC3CEDF-63BB-409D-855B-49D7D24E7FEF}"/>
              </a:ext>
            </a:extLst>
          </p:cNvPr>
          <p:cNvSpPr>
            <a:spLocks xmlns:a="http://schemas.openxmlformats.org/drawingml/2006/main" noGrp="1"/>
          </p:cNvSpPr>
          <p:nvPr/>
        </p:nvSpPr>
        <p:spPr>
          <a:xfrm xmlns:a="http://schemas.openxmlformats.org/drawingml/2006/main">
            <a:off x="533400" y="742950"/>
            <a:ext cx="11125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700" b="1">
                <a:solidFill>
                  <a:srgbClr val="0B1F33"/>
                </a:solidFill>
                <a:latin typeface="Hiragino Sans"/>
                <a:ea typeface="Hiragino Sans"/>
                <a:cs typeface="Hiragino Sans"/>
              </a:defRPr>
            </a:pPr>
            <a:r>
              <a:rPr sz="2700" b="1">
                <a:solidFill>
                  <a:srgbClr val="0B1F33"/>
                </a:solidFill>
                <a:latin typeface="Hiragino Sans"/>
                <a:ea typeface="Hiragino Sans"/>
                <a:cs typeface="Hiragino Sans"/>
              </a:rPr>
              <a:t>実運用へ置き換える前に、未確定の項目を確認する</a:t>
            </a:r>
          </a:p>
        </p:txBody>
      </p:sp>
      <p:sp>
        <p:nvSpPr>
          <p:cNvPr id="3" name="title-rule-8">
            <a:extLst xmlns:a="http://schemas.openxmlformats.org/drawingml/2006/main">
              <a:ext uri="{FF2B5EF4-FFF2-40B4-BE49-F238E27FC236}">
                <a16:creationId xmlns:a16="http://schemas.microsoft.com/office/drawing/2014/main" id="{C5CB59A6-2191-453E-9D68-C73086AC07F8}"/>
              </a:ext>
            </a:extLst>
          </p:cNvPr>
          <p:cNvSpPr>
            <a:spLocks xmlns:a="http://schemas.openxmlformats.org/drawingml/2006/main" noGrp="1"/>
          </p:cNvSpPr>
          <p:nvPr/>
        </p:nvSpPr>
        <p:spPr>
          <a:xfrm xmlns:a="http://schemas.openxmlformats.org/drawingml/2006/main">
            <a:off x="533400" y="1543050"/>
            <a:ext cx="11125200" cy="0"/>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4" name="footer-rule-8">
            <a:extLst xmlns:a="http://schemas.openxmlformats.org/drawingml/2006/main">
              <a:ext uri="{FF2B5EF4-FFF2-40B4-BE49-F238E27FC236}">
                <a16:creationId xmlns:a16="http://schemas.microsoft.com/office/drawing/2014/main" id="{9AAD57BD-49F6-415A-BD8F-0B81302E51C9}"/>
              </a:ext>
            </a:extLst>
          </p:cNvPr>
          <p:cNvSpPr>
            <a:spLocks xmlns:a="http://schemas.openxmlformats.org/drawingml/2006/main" noGrp="1"/>
          </p:cNvSpPr>
          <p:nvPr/>
        </p:nvSpPr>
        <p:spPr>
          <a:xfrm xmlns:a="http://schemas.openxmlformats.org/drawingml/2006/main">
            <a:off x="533400" y="6419850"/>
            <a:ext cx="1112520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5" name="footer-label-8">
            <a:extLst xmlns:a="http://schemas.openxmlformats.org/drawingml/2006/main">
              <a:ext uri="{FF2B5EF4-FFF2-40B4-BE49-F238E27FC236}">
                <a16:creationId xmlns:a16="http://schemas.microsoft.com/office/drawing/2014/main" id="{C59BE32E-F891-435B-B405-4D97880488C9}"/>
              </a:ext>
            </a:extLst>
          </p:cNvPr>
          <p:cNvSpPr>
            <a:spLocks xmlns:a="http://schemas.openxmlformats.org/drawingml/2006/main" noGrp="1"/>
          </p:cNvSpPr>
          <p:nvPr/>
        </p:nvSpPr>
        <p:spPr>
          <a:xfrm xmlns:a="http://schemas.openxmlformats.org/drawingml/2006/main">
            <a:off x="533400" y="6505575"/>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工事写真の確認フロー / 自主制作</a:t>
            </a:r>
          </a:p>
        </p:txBody>
      </p:sp>
      <p:sp>
        <p:nvSpPr>
          <p:cNvPr id="6" name="footer-page-8">
            <a:extLst xmlns:a="http://schemas.openxmlformats.org/drawingml/2006/main">
              <a:ext uri="{FF2B5EF4-FFF2-40B4-BE49-F238E27FC236}">
                <a16:creationId xmlns:a16="http://schemas.microsoft.com/office/drawing/2014/main" id="{328B86E9-F62B-4108-8771-6093C84CAD78}"/>
              </a:ext>
            </a:extLst>
          </p:cNvPr>
          <p:cNvSpPr>
            <a:spLocks xmlns:a="http://schemas.openxmlformats.org/drawingml/2006/main" noGrp="1"/>
          </p:cNvSpPr>
          <p:nvPr/>
        </p:nvSpPr>
        <p:spPr>
          <a:xfrm xmlns:a="http://schemas.openxmlformats.org/drawingml/2006/main">
            <a:off x="11049000" y="6505575"/>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825" b="0">
                <a:solidFill>
                  <a:srgbClr val="66717D"/>
                </a:solidFill>
                <a:latin typeface="Hiragino Sans"/>
                <a:ea typeface="Hiragino Sans"/>
                <a:cs typeface="Hiragino Sans"/>
              </a:defRPr>
            </a:pPr>
            <a:r>
              <a:rPr sz="825" b="0">
                <a:solidFill>
                  <a:srgbClr val="66717D"/>
                </a:solidFill>
                <a:latin typeface="Hiragino Sans"/>
                <a:ea typeface="Hiragino Sans"/>
                <a:cs typeface="Hiragino Sans"/>
              </a:rPr>
              <a:t>08</a:t>
            </a:r>
          </a:p>
        </p:txBody>
      </p:sp>
      <p:sp>
        <p:nvSpPr>
          <p:cNvPr id="7" name="p8-lead">
            <a:extLst xmlns:a="http://schemas.openxmlformats.org/drawingml/2006/main">
              <a:ext uri="{FF2B5EF4-FFF2-40B4-BE49-F238E27FC236}">
                <a16:creationId xmlns:a16="http://schemas.microsoft.com/office/drawing/2014/main" id="{E793F2BC-4008-4A74-81B9-EA39B92C451C}"/>
              </a:ext>
            </a:extLst>
          </p:cNvPr>
          <p:cNvSpPr>
            <a:spLocks xmlns:a="http://schemas.openxmlformats.org/drawingml/2006/main" noGrp="1"/>
          </p:cNvSpPr>
          <p:nvPr/>
        </p:nvSpPr>
        <p:spPr>
          <a:xfrm xmlns:a="http://schemas.openxmlformats.org/drawingml/2006/main">
            <a:off x="685800" y="20383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1">
                <a:solidFill>
                  <a:srgbClr val="0B1F33"/>
                </a:solidFill>
                <a:latin typeface="Hiragino Sans"/>
                <a:ea typeface="Hiragino Sans"/>
                <a:cs typeface="Hiragino Sans"/>
              </a:defRPr>
            </a:pPr>
            <a:r>
              <a:rPr sz="1500" b="1">
                <a:solidFill>
                  <a:srgbClr val="0B1F33"/>
                </a:solidFill>
                <a:latin typeface="Hiragino Sans"/>
                <a:ea typeface="Hiragino Sans"/>
                <a:cs typeface="Hiragino Sans"/>
              </a:rPr>
              <a:t>資料だけでは確定できない項目</a:t>
            </a:r>
          </a:p>
        </p:txBody>
      </p:sp>
      <p:sp>
        <p:nvSpPr>
          <p:cNvPr id="8" name="p8-num-0">
            <a:extLst xmlns:a="http://schemas.openxmlformats.org/drawingml/2006/main">
              <a:ext uri="{FF2B5EF4-FFF2-40B4-BE49-F238E27FC236}">
                <a16:creationId xmlns:a16="http://schemas.microsoft.com/office/drawing/2014/main" id="{CFA35CAD-69F9-4118-A74A-A55D3E44D85B}"/>
              </a:ext>
            </a:extLst>
          </p:cNvPr>
          <p:cNvSpPr>
            <a:spLocks xmlns:a="http://schemas.openxmlformats.org/drawingml/2006/main" noGrp="1"/>
          </p:cNvSpPr>
          <p:nvPr/>
        </p:nvSpPr>
        <p:spPr>
          <a:xfrm xmlns:a="http://schemas.openxmlformats.org/drawingml/2006/main">
            <a:off x="685800" y="262890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00" b="1">
                <a:solidFill>
                  <a:srgbClr val="A84414"/>
                </a:solidFill>
                <a:latin typeface="Hiragino Sans"/>
                <a:ea typeface="Hiragino Sans"/>
                <a:cs typeface="Hiragino Sans"/>
              </a:defRPr>
            </a:pPr>
            <a:r>
              <a:rPr sz="900" b="1">
                <a:solidFill>
                  <a:srgbClr val="A84414"/>
                </a:solidFill>
                <a:latin typeface="Hiragino Sans"/>
                <a:ea typeface="Hiragino Sans"/>
                <a:cs typeface="Hiragino Sans"/>
              </a:rPr>
              <a:t>01</a:t>
            </a:r>
          </a:p>
        </p:txBody>
      </p:sp>
      <p:sp>
        <p:nvSpPr>
          <p:cNvPr id="9" name="p8-decision-0">
            <a:extLst xmlns:a="http://schemas.openxmlformats.org/drawingml/2006/main">
              <a:ext uri="{FF2B5EF4-FFF2-40B4-BE49-F238E27FC236}">
                <a16:creationId xmlns:a16="http://schemas.microsoft.com/office/drawing/2014/main" id="{A3C3BB20-F17C-4FCD-BACD-A063E77B678B}"/>
              </a:ext>
            </a:extLst>
          </p:cNvPr>
          <p:cNvSpPr>
            <a:spLocks xmlns:a="http://schemas.openxmlformats.org/drawingml/2006/main" noGrp="1"/>
          </p:cNvSpPr>
          <p:nvPr/>
        </p:nvSpPr>
        <p:spPr>
          <a:xfrm xmlns:a="http://schemas.openxmlformats.org/drawingml/2006/main">
            <a:off x="1257300" y="2619375"/>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1">
                <a:solidFill>
                  <a:srgbClr val="0B1F33"/>
                </a:solidFill>
                <a:latin typeface="Hiragino Sans"/>
                <a:ea typeface="Hiragino Sans"/>
                <a:cs typeface="Hiragino Sans"/>
              </a:defRPr>
            </a:pPr>
            <a:r>
              <a:rPr sz="1275" b="1">
                <a:solidFill>
                  <a:srgbClr val="0B1F33"/>
                </a:solidFill>
                <a:latin typeface="Hiragino Sans"/>
                <a:ea typeface="Hiragino Sans"/>
                <a:cs typeface="Hiragino Sans"/>
              </a:rPr>
              <a:t>対象案件・工区・工程</a:t>
            </a:r>
          </a:p>
        </p:txBody>
      </p:sp>
      <p:sp>
        <p:nvSpPr>
          <p:cNvPr id="10" name="p8-rule-0">
            <a:extLst xmlns:a="http://schemas.openxmlformats.org/drawingml/2006/main">
              <a:ext uri="{FF2B5EF4-FFF2-40B4-BE49-F238E27FC236}">
                <a16:creationId xmlns:a16="http://schemas.microsoft.com/office/drawing/2014/main" id="{FB007D83-0C35-4C10-AE41-9ED6DF55D9BB}"/>
              </a:ext>
            </a:extLst>
          </p:cNvPr>
          <p:cNvSpPr>
            <a:spLocks xmlns:a="http://schemas.openxmlformats.org/drawingml/2006/main" noGrp="1"/>
          </p:cNvSpPr>
          <p:nvPr/>
        </p:nvSpPr>
        <p:spPr>
          <a:xfrm xmlns:a="http://schemas.openxmlformats.org/drawingml/2006/main">
            <a:off x="1257300" y="2990850"/>
            <a:ext cx="451485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11" name="p8-num-1">
            <a:extLst xmlns:a="http://schemas.openxmlformats.org/drawingml/2006/main">
              <a:ext uri="{FF2B5EF4-FFF2-40B4-BE49-F238E27FC236}">
                <a16:creationId xmlns:a16="http://schemas.microsoft.com/office/drawing/2014/main" id="{0BB3A332-6845-435F-9A01-09D2AADD189B}"/>
              </a:ext>
            </a:extLst>
          </p:cNvPr>
          <p:cNvSpPr>
            <a:spLocks xmlns:a="http://schemas.openxmlformats.org/drawingml/2006/main" noGrp="1"/>
          </p:cNvSpPr>
          <p:nvPr/>
        </p:nvSpPr>
        <p:spPr>
          <a:xfrm xmlns:a="http://schemas.openxmlformats.org/drawingml/2006/main">
            <a:off x="685800" y="3181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00" b="1">
                <a:solidFill>
                  <a:srgbClr val="A84414"/>
                </a:solidFill>
                <a:latin typeface="Hiragino Sans"/>
                <a:ea typeface="Hiragino Sans"/>
                <a:cs typeface="Hiragino Sans"/>
              </a:defRPr>
            </a:pPr>
            <a:r>
              <a:rPr sz="900" b="1">
                <a:solidFill>
                  <a:srgbClr val="A84414"/>
                </a:solidFill>
                <a:latin typeface="Hiragino Sans"/>
                <a:ea typeface="Hiragino Sans"/>
                <a:cs typeface="Hiragino Sans"/>
              </a:rPr>
              <a:t>02</a:t>
            </a:r>
          </a:p>
        </p:txBody>
      </p:sp>
      <p:sp>
        <p:nvSpPr>
          <p:cNvPr id="12" name="p8-decision-1">
            <a:extLst xmlns:a="http://schemas.openxmlformats.org/drawingml/2006/main">
              <a:ext uri="{FF2B5EF4-FFF2-40B4-BE49-F238E27FC236}">
                <a16:creationId xmlns:a16="http://schemas.microsoft.com/office/drawing/2014/main" id="{BD7B09C8-7294-4BC9-B508-FB844451E6A2}"/>
              </a:ext>
            </a:extLst>
          </p:cNvPr>
          <p:cNvSpPr>
            <a:spLocks xmlns:a="http://schemas.openxmlformats.org/drawingml/2006/main" noGrp="1"/>
          </p:cNvSpPr>
          <p:nvPr/>
        </p:nvSpPr>
        <p:spPr>
          <a:xfrm xmlns:a="http://schemas.openxmlformats.org/drawingml/2006/main">
            <a:off x="1257300" y="3171825"/>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0">
                <a:solidFill>
                  <a:srgbClr val="0B1F33"/>
                </a:solidFill>
                <a:latin typeface="Hiragino Sans"/>
                <a:ea typeface="Hiragino Sans"/>
                <a:cs typeface="Hiragino Sans"/>
              </a:defRPr>
            </a:pPr>
            <a:r>
              <a:rPr sz="1275" b="0">
                <a:solidFill>
                  <a:srgbClr val="0B1F33"/>
                </a:solidFill>
                <a:latin typeface="Hiragino Sans"/>
                <a:ea typeface="Hiragino Sans"/>
                <a:cs typeface="Hiragino Sans"/>
              </a:rPr>
              <a:t>必須項目と撮影例</a:t>
            </a:r>
          </a:p>
        </p:txBody>
      </p:sp>
      <p:sp>
        <p:nvSpPr>
          <p:cNvPr id="13" name="p8-rule-1">
            <a:extLst xmlns:a="http://schemas.openxmlformats.org/drawingml/2006/main">
              <a:ext uri="{FF2B5EF4-FFF2-40B4-BE49-F238E27FC236}">
                <a16:creationId xmlns:a16="http://schemas.microsoft.com/office/drawing/2014/main" id="{7E03B220-60A3-42AB-8039-0E8FD4E8D023}"/>
              </a:ext>
            </a:extLst>
          </p:cNvPr>
          <p:cNvSpPr>
            <a:spLocks xmlns:a="http://schemas.openxmlformats.org/drawingml/2006/main" noGrp="1"/>
          </p:cNvSpPr>
          <p:nvPr/>
        </p:nvSpPr>
        <p:spPr>
          <a:xfrm xmlns:a="http://schemas.openxmlformats.org/drawingml/2006/main">
            <a:off x="1257300" y="3543300"/>
            <a:ext cx="451485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14" name="p8-num-2">
            <a:extLst xmlns:a="http://schemas.openxmlformats.org/drawingml/2006/main">
              <a:ext uri="{FF2B5EF4-FFF2-40B4-BE49-F238E27FC236}">
                <a16:creationId xmlns:a16="http://schemas.microsoft.com/office/drawing/2014/main" id="{7AD115A8-847A-4C23-8FC1-7AF8C99E308C}"/>
              </a:ext>
            </a:extLst>
          </p:cNvPr>
          <p:cNvSpPr>
            <a:spLocks xmlns:a="http://schemas.openxmlformats.org/drawingml/2006/main" noGrp="1"/>
          </p:cNvSpPr>
          <p:nvPr/>
        </p:nvSpPr>
        <p:spPr>
          <a:xfrm xmlns:a="http://schemas.openxmlformats.org/drawingml/2006/main">
            <a:off x="685800" y="373380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00" b="1">
                <a:solidFill>
                  <a:srgbClr val="A84414"/>
                </a:solidFill>
                <a:latin typeface="Hiragino Sans"/>
                <a:ea typeface="Hiragino Sans"/>
                <a:cs typeface="Hiragino Sans"/>
              </a:defRPr>
            </a:pPr>
            <a:r>
              <a:rPr sz="900" b="1">
                <a:solidFill>
                  <a:srgbClr val="A84414"/>
                </a:solidFill>
                <a:latin typeface="Hiragino Sans"/>
                <a:ea typeface="Hiragino Sans"/>
                <a:cs typeface="Hiragino Sans"/>
              </a:rPr>
              <a:t>03</a:t>
            </a:r>
          </a:p>
        </p:txBody>
      </p:sp>
      <p:sp>
        <p:nvSpPr>
          <p:cNvPr id="15" name="p8-decision-2">
            <a:extLst xmlns:a="http://schemas.openxmlformats.org/drawingml/2006/main">
              <a:ext uri="{FF2B5EF4-FFF2-40B4-BE49-F238E27FC236}">
                <a16:creationId xmlns:a16="http://schemas.microsoft.com/office/drawing/2014/main" id="{005D0287-2AED-48D1-A949-151781636250}"/>
              </a:ext>
            </a:extLst>
          </p:cNvPr>
          <p:cNvSpPr>
            <a:spLocks xmlns:a="http://schemas.openxmlformats.org/drawingml/2006/main" noGrp="1"/>
          </p:cNvSpPr>
          <p:nvPr/>
        </p:nvSpPr>
        <p:spPr>
          <a:xfrm xmlns:a="http://schemas.openxmlformats.org/drawingml/2006/main">
            <a:off x="1257300" y="3724275"/>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0">
                <a:solidFill>
                  <a:srgbClr val="0B1F33"/>
                </a:solidFill>
                <a:latin typeface="Hiragino Sans"/>
                <a:ea typeface="Hiragino Sans"/>
                <a:cs typeface="Hiragino Sans"/>
              </a:defRPr>
            </a:pPr>
            <a:r>
              <a:rPr sz="1275" b="0">
                <a:solidFill>
                  <a:srgbClr val="0B1F33"/>
                </a:solidFill>
                <a:latin typeface="Hiragino Sans"/>
                <a:ea typeface="Hiragino Sans"/>
                <a:cs typeface="Hiragino Sans"/>
              </a:rPr>
              <a:t>判定状態と更新者</a:t>
            </a:r>
          </a:p>
        </p:txBody>
      </p:sp>
      <p:sp>
        <p:nvSpPr>
          <p:cNvPr id="16" name="p8-rule-2">
            <a:extLst xmlns:a="http://schemas.openxmlformats.org/drawingml/2006/main">
              <a:ext uri="{FF2B5EF4-FFF2-40B4-BE49-F238E27FC236}">
                <a16:creationId xmlns:a16="http://schemas.microsoft.com/office/drawing/2014/main" id="{8611A966-9242-493F-8351-E4FA5C633213}"/>
              </a:ext>
            </a:extLst>
          </p:cNvPr>
          <p:cNvSpPr>
            <a:spLocks xmlns:a="http://schemas.openxmlformats.org/drawingml/2006/main" noGrp="1"/>
          </p:cNvSpPr>
          <p:nvPr/>
        </p:nvSpPr>
        <p:spPr>
          <a:xfrm xmlns:a="http://schemas.openxmlformats.org/drawingml/2006/main">
            <a:off x="1257300" y="4095750"/>
            <a:ext cx="451485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17" name="p8-num-3">
            <a:extLst xmlns:a="http://schemas.openxmlformats.org/drawingml/2006/main">
              <a:ext uri="{FF2B5EF4-FFF2-40B4-BE49-F238E27FC236}">
                <a16:creationId xmlns:a16="http://schemas.microsoft.com/office/drawing/2014/main" id="{8EBE743F-FAFA-4AEC-ADE6-90C34537767C}"/>
              </a:ext>
            </a:extLst>
          </p:cNvPr>
          <p:cNvSpPr>
            <a:spLocks xmlns:a="http://schemas.openxmlformats.org/drawingml/2006/main" noGrp="1"/>
          </p:cNvSpPr>
          <p:nvPr/>
        </p:nvSpPr>
        <p:spPr>
          <a:xfrm xmlns:a="http://schemas.openxmlformats.org/drawingml/2006/main">
            <a:off x="685800" y="42862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00" b="1">
                <a:solidFill>
                  <a:srgbClr val="A84414"/>
                </a:solidFill>
                <a:latin typeface="Hiragino Sans"/>
                <a:ea typeface="Hiragino Sans"/>
                <a:cs typeface="Hiragino Sans"/>
              </a:defRPr>
            </a:pPr>
            <a:r>
              <a:rPr sz="900" b="1">
                <a:solidFill>
                  <a:srgbClr val="A84414"/>
                </a:solidFill>
                <a:latin typeface="Hiragino Sans"/>
                <a:ea typeface="Hiragino Sans"/>
                <a:cs typeface="Hiragino Sans"/>
              </a:rPr>
              <a:t>04</a:t>
            </a:r>
          </a:p>
        </p:txBody>
      </p:sp>
      <p:sp>
        <p:nvSpPr>
          <p:cNvPr id="18" name="p8-decision-3">
            <a:extLst xmlns:a="http://schemas.openxmlformats.org/drawingml/2006/main">
              <a:ext uri="{FF2B5EF4-FFF2-40B4-BE49-F238E27FC236}">
                <a16:creationId xmlns:a16="http://schemas.microsoft.com/office/drawing/2014/main" id="{D95B60D5-B05D-4576-BAF7-5D6A18055D60}"/>
              </a:ext>
            </a:extLst>
          </p:cNvPr>
          <p:cNvSpPr>
            <a:spLocks xmlns:a="http://schemas.openxmlformats.org/drawingml/2006/main" noGrp="1"/>
          </p:cNvSpPr>
          <p:nvPr/>
        </p:nvSpPr>
        <p:spPr>
          <a:xfrm xmlns:a="http://schemas.openxmlformats.org/drawingml/2006/main">
            <a:off x="1257300" y="4276725"/>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0">
                <a:solidFill>
                  <a:srgbClr val="0B1F33"/>
                </a:solidFill>
                <a:latin typeface="Hiragino Sans"/>
                <a:ea typeface="Hiragino Sans"/>
                <a:cs typeface="Hiragino Sans"/>
              </a:defRPr>
            </a:pPr>
            <a:r>
              <a:rPr sz="1275" b="0">
                <a:solidFill>
                  <a:srgbClr val="0B1F33"/>
                </a:solidFill>
                <a:latin typeface="Hiragino Sans"/>
                <a:ea typeface="Hiragino Sans"/>
                <a:cs typeface="Hiragino Sans"/>
              </a:rPr>
              <a:t>保存先・保持期間</a:t>
            </a:r>
          </a:p>
        </p:txBody>
      </p:sp>
      <p:sp>
        <p:nvSpPr>
          <p:cNvPr id="19" name="p8-rule-3">
            <a:extLst xmlns:a="http://schemas.openxmlformats.org/drawingml/2006/main">
              <a:ext uri="{FF2B5EF4-FFF2-40B4-BE49-F238E27FC236}">
                <a16:creationId xmlns:a16="http://schemas.microsoft.com/office/drawing/2014/main" id="{AE24A833-F492-48C1-9141-AD819BB9ACA0}"/>
              </a:ext>
            </a:extLst>
          </p:cNvPr>
          <p:cNvSpPr>
            <a:spLocks xmlns:a="http://schemas.openxmlformats.org/drawingml/2006/main" noGrp="1"/>
          </p:cNvSpPr>
          <p:nvPr/>
        </p:nvSpPr>
        <p:spPr>
          <a:xfrm xmlns:a="http://schemas.openxmlformats.org/drawingml/2006/main">
            <a:off x="1257300" y="4648200"/>
            <a:ext cx="4514850" cy="0"/>
          </a:xfrm>
          <a:prstGeom xmlns:a="http://schemas.openxmlformats.org/drawingml/2006/main" prst="line">
            <a:avLst/>
          </a:prstGeom>
          <a:noFill xmlns:a="http://schemas.openxmlformats.org/drawingml/2006/main"/>
          <a:ln xmlns:a="http://schemas.openxmlformats.org/drawingml/2006/main" w="9525">
            <a:solidFill>
              <a:srgbClr val="BEC5CC"/>
            </a:solidFill>
            <a:prstDash val="solid"/>
          </a:ln>
        </p:spPr>
      </p:sp>
      <p:sp>
        <p:nvSpPr>
          <p:cNvPr id="20" name="p8-num-4">
            <a:extLst xmlns:a="http://schemas.openxmlformats.org/drawingml/2006/main">
              <a:ext uri="{FF2B5EF4-FFF2-40B4-BE49-F238E27FC236}">
                <a16:creationId xmlns:a16="http://schemas.microsoft.com/office/drawing/2014/main" id="{99248514-16BB-41BC-B182-1CAC041F5CFB}"/>
              </a:ext>
            </a:extLst>
          </p:cNvPr>
          <p:cNvSpPr>
            <a:spLocks xmlns:a="http://schemas.openxmlformats.org/drawingml/2006/main" noGrp="1"/>
          </p:cNvSpPr>
          <p:nvPr/>
        </p:nvSpPr>
        <p:spPr>
          <a:xfrm xmlns:a="http://schemas.openxmlformats.org/drawingml/2006/main">
            <a:off x="685800" y="483870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00" b="1">
                <a:solidFill>
                  <a:srgbClr val="A84414"/>
                </a:solidFill>
                <a:latin typeface="Hiragino Sans"/>
                <a:ea typeface="Hiragino Sans"/>
                <a:cs typeface="Hiragino Sans"/>
              </a:defRPr>
            </a:pPr>
            <a:r>
              <a:rPr sz="900" b="1">
                <a:solidFill>
                  <a:srgbClr val="A84414"/>
                </a:solidFill>
                <a:latin typeface="Hiragino Sans"/>
                <a:ea typeface="Hiragino Sans"/>
                <a:cs typeface="Hiragino Sans"/>
              </a:rPr>
              <a:t>05</a:t>
            </a:r>
          </a:p>
        </p:txBody>
      </p:sp>
      <p:sp>
        <p:nvSpPr>
          <p:cNvPr id="21" name="p8-decision-4">
            <a:extLst xmlns:a="http://schemas.openxmlformats.org/drawingml/2006/main">
              <a:ext uri="{FF2B5EF4-FFF2-40B4-BE49-F238E27FC236}">
                <a16:creationId xmlns:a16="http://schemas.microsoft.com/office/drawing/2014/main" id="{F4476898-C880-4B81-B87B-6DF1EB0ACAFF}"/>
              </a:ext>
            </a:extLst>
          </p:cNvPr>
          <p:cNvSpPr>
            <a:spLocks xmlns:a="http://schemas.openxmlformats.org/drawingml/2006/main" noGrp="1"/>
          </p:cNvSpPr>
          <p:nvPr/>
        </p:nvSpPr>
        <p:spPr>
          <a:xfrm xmlns:a="http://schemas.openxmlformats.org/drawingml/2006/main">
            <a:off x="1257300" y="4829175"/>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75" b="0">
                <a:solidFill>
                  <a:srgbClr val="0B1F33"/>
                </a:solidFill>
                <a:latin typeface="Hiragino Sans"/>
                <a:ea typeface="Hiragino Sans"/>
                <a:cs typeface="Hiragino Sans"/>
              </a:defRPr>
            </a:pPr>
            <a:r>
              <a:rPr sz="1275" b="0">
                <a:solidFill>
                  <a:srgbClr val="0B1F33"/>
                </a:solidFill>
                <a:latin typeface="Hiragino Sans"/>
                <a:ea typeface="Hiragino Sans"/>
                <a:cs typeface="Hiragino Sans"/>
              </a:rPr>
              <a:t>限定試行の終了条件</a:t>
            </a:r>
          </a:p>
        </p:txBody>
      </p:sp>
      <p:sp>
        <p:nvSpPr>
          <p:cNvPr id="22" name="p8-scope">
            <a:extLst xmlns:a="http://schemas.openxmlformats.org/drawingml/2006/main">
              <a:ext uri="{FF2B5EF4-FFF2-40B4-BE49-F238E27FC236}">
                <a16:creationId xmlns:a16="http://schemas.microsoft.com/office/drawing/2014/main" id="{8D0E6D7A-A878-4E86-96A8-D7919B04609D}"/>
              </a:ext>
            </a:extLst>
          </p:cNvPr>
          <p:cNvSpPr>
            <a:spLocks xmlns:a="http://schemas.openxmlformats.org/drawingml/2006/main" noGrp="1"/>
          </p:cNvSpPr>
          <p:nvPr/>
        </p:nvSpPr>
        <p:spPr>
          <a:xfrm xmlns:a="http://schemas.openxmlformats.org/drawingml/2006/main">
            <a:off x="6724650" y="2076450"/>
            <a:ext cx="4248150" cy="3181350"/>
          </a:xfrm>
          <a:prstGeom xmlns:a="http://schemas.openxmlformats.org/drawingml/2006/main" prst="rect">
            <a:avLst/>
          </a:prstGeom>
          <a:solidFill xmlns:a="http://schemas.openxmlformats.org/drawingml/2006/main">
            <a:srgbClr val="FFFFFF"/>
          </a:solidFill>
          <a:ln xmlns:a="http://schemas.openxmlformats.org/drawingml/2006/main" w="9525">
            <a:solidFill>
              <a:srgbClr val="BEC5CC"/>
            </a:solidFill>
            <a:prstDash val="solid"/>
          </a:ln>
        </p:spPr>
      </p:sp>
      <p:sp>
        <p:nvSpPr>
          <p:cNvPr id="23" name="p8-scope-title">
            <a:extLst xmlns:a="http://schemas.openxmlformats.org/drawingml/2006/main">
              <a:ext uri="{FF2B5EF4-FFF2-40B4-BE49-F238E27FC236}">
                <a16:creationId xmlns:a16="http://schemas.microsoft.com/office/drawing/2014/main" id="{CB5D96A9-0866-4579-AFD2-F048AFAD2F5B}"/>
              </a:ext>
            </a:extLst>
          </p:cNvPr>
          <p:cNvSpPr>
            <a:spLocks xmlns:a="http://schemas.openxmlformats.org/drawingml/2006/main" noGrp="1"/>
          </p:cNvSpPr>
          <p:nvPr/>
        </p:nvSpPr>
        <p:spPr>
          <a:xfrm xmlns:a="http://schemas.openxmlformats.org/drawingml/2006/main">
            <a:off x="7029450" y="23622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1">
                <a:solidFill>
                  <a:srgbClr val="A84414"/>
                </a:solidFill>
                <a:latin typeface="Hiragino Sans"/>
                <a:ea typeface="Hiragino Sans"/>
                <a:cs typeface="Hiragino Sans"/>
              </a:defRPr>
            </a:pPr>
            <a:r>
              <a:rPr sz="1500" b="1">
                <a:solidFill>
                  <a:srgbClr val="A84414"/>
                </a:solidFill>
                <a:latin typeface="Hiragino Sans"/>
                <a:ea typeface="Hiragino Sans"/>
                <a:cs typeface="Hiragino Sans"/>
              </a:rPr>
              <a:t>確認に必要な資料</a:t>
            </a:r>
          </a:p>
        </p:txBody>
      </p:sp>
      <p:sp>
        <p:nvSpPr>
          <p:cNvPr id="24" name="p8-made-num-0">
            <a:extLst xmlns:a="http://schemas.openxmlformats.org/drawingml/2006/main">
              <a:ext uri="{FF2B5EF4-FFF2-40B4-BE49-F238E27FC236}">
                <a16:creationId xmlns:a16="http://schemas.microsoft.com/office/drawing/2014/main" id="{89265B8A-3B69-4CEA-BD10-878883441FF6}"/>
              </a:ext>
            </a:extLst>
          </p:cNvPr>
          <p:cNvSpPr>
            <a:spLocks xmlns:a="http://schemas.openxmlformats.org/drawingml/2006/main" noGrp="1"/>
          </p:cNvSpPr>
          <p:nvPr/>
        </p:nvSpPr>
        <p:spPr>
          <a:xfrm xmlns:a="http://schemas.openxmlformats.org/drawingml/2006/main">
            <a:off x="7029450" y="29527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315B75"/>
                </a:solidFill>
                <a:latin typeface="Hiragino Sans"/>
                <a:ea typeface="Hiragino Sans"/>
                <a:cs typeface="Hiragino Sans"/>
              </a:defRPr>
            </a:pPr>
            <a:r>
              <a:rPr sz="825" b="1">
                <a:solidFill>
                  <a:srgbClr val="315B75"/>
                </a:solidFill>
                <a:latin typeface="Hiragino Sans"/>
                <a:ea typeface="Hiragino Sans"/>
                <a:cs typeface="Hiragino Sans"/>
              </a:rPr>
              <a:t>01</a:t>
            </a:r>
          </a:p>
        </p:txBody>
      </p:sp>
      <p:sp>
        <p:nvSpPr>
          <p:cNvPr id="25" name="p8-made-text-0">
            <a:extLst xmlns:a="http://schemas.openxmlformats.org/drawingml/2006/main">
              <a:ext uri="{FF2B5EF4-FFF2-40B4-BE49-F238E27FC236}">
                <a16:creationId xmlns:a16="http://schemas.microsoft.com/office/drawing/2014/main" id="{CF77EE72-A4F6-455E-A97F-3A9F1092587F}"/>
              </a:ext>
            </a:extLst>
          </p:cNvPr>
          <p:cNvSpPr>
            <a:spLocks xmlns:a="http://schemas.openxmlformats.org/drawingml/2006/main" noGrp="1"/>
          </p:cNvSpPr>
          <p:nvPr/>
        </p:nvSpPr>
        <p:spPr>
          <a:xfrm xmlns:a="http://schemas.openxmlformats.org/drawingml/2006/main">
            <a:off x="7486650" y="291465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現在の工事写真台帳</a:t>
            </a:r>
          </a:p>
        </p:txBody>
      </p:sp>
      <p:sp>
        <p:nvSpPr>
          <p:cNvPr id="26" name="p8-made-num-1">
            <a:extLst xmlns:a="http://schemas.openxmlformats.org/drawingml/2006/main">
              <a:ext uri="{FF2B5EF4-FFF2-40B4-BE49-F238E27FC236}">
                <a16:creationId xmlns:a16="http://schemas.microsoft.com/office/drawing/2014/main" id="{29EDE79E-FA69-492D-8B09-D85BB352BEA1}"/>
              </a:ext>
            </a:extLst>
          </p:cNvPr>
          <p:cNvSpPr>
            <a:spLocks xmlns:a="http://schemas.openxmlformats.org/drawingml/2006/main" noGrp="1"/>
          </p:cNvSpPr>
          <p:nvPr/>
        </p:nvSpPr>
        <p:spPr>
          <a:xfrm xmlns:a="http://schemas.openxmlformats.org/drawingml/2006/main">
            <a:off x="7029450" y="33623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315B75"/>
                </a:solidFill>
                <a:latin typeface="Hiragino Sans"/>
                <a:ea typeface="Hiragino Sans"/>
                <a:cs typeface="Hiragino Sans"/>
              </a:defRPr>
            </a:pPr>
            <a:r>
              <a:rPr sz="825" b="1">
                <a:solidFill>
                  <a:srgbClr val="315B75"/>
                </a:solidFill>
                <a:latin typeface="Hiragino Sans"/>
                <a:ea typeface="Hiragino Sans"/>
                <a:cs typeface="Hiragino Sans"/>
              </a:rPr>
              <a:t>02</a:t>
            </a:r>
          </a:p>
        </p:txBody>
      </p:sp>
      <p:sp>
        <p:nvSpPr>
          <p:cNvPr id="27" name="p8-made-text-1">
            <a:extLst xmlns:a="http://schemas.openxmlformats.org/drawingml/2006/main">
              <a:ext uri="{FF2B5EF4-FFF2-40B4-BE49-F238E27FC236}">
                <a16:creationId xmlns:a16="http://schemas.microsoft.com/office/drawing/2014/main" id="{D7782FC0-BC96-47C2-8DF0-E4717F24582F}"/>
              </a:ext>
            </a:extLst>
          </p:cNvPr>
          <p:cNvSpPr>
            <a:spLocks xmlns:a="http://schemas.openxmlformats.org/drawingml/2006/main" noGrp="1"/>
          </p:cNvSpPr>
          <p:nvPr/>
        </p:nvSpPr>
        <p:spPr>
          <a:xfrm xmlns:a="http://schemas.openxmlformats.org/drawingml/2006/main">
            <a:off x="7486650" y="3324225"/>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工区・工程の呼び方</a:t>
            </a:r>
          </a:p>
        </p:txBody>
      </p:sp>
      <p:sp>
        <p:nvSpPr>
          <p:cNvPr id="28" name="p8-made-num-2">
            <a:extLst xmlns:a="http://schemas.openxmlformats.org/drawingml/2006/main">
              <a:ext uri="{FF2B5EF4-FFF2-40B4-BE49-F238E27FC236}">
                <a16:creationId xmlns:a16="http://schemas.microsoft.com/office/drawing/2014/main" id="{1F5481A4-8ACB-4795-8835-B63A6975649A}"/>
              </a:ext>
            </a:extLst>
          </p:cNvPr>
          <p:cNvSpPr>
            <a:spLocks xmlns:a="http://schemas.openxmlformats.org/drawingml/2006/main" noGrp="1"/>
          </p:cNvSpPr>
          <p:nvPr/>
        </p:nvSpPr>
        <p:spPr>
          <a:xfrm xmlns:a="http://schemas.openxmlformats.org/drawingml/2006/main">
            <a:off x="7029450" y="3771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315B75"/>
                </a:solidFill>
                <a:latin typeface="Hiragino Sans"/>
                <a:ea typeface="Hiragino Sans"/>
                <a:cs typeface="Hiragino Sans"/>
              </a:defRPr>
            </a:pPr>
            <a:r>
              <a:rPr sz="825" b="1">
                <a:solidFill>
                  <a:srgbClr val="315B75"/>
                </a:solidFill>
                <a:latin typeface="Hiragino Sans"/>
                <a:ea typeface="Hiragino Sans"/>
                <a:cs typeface="Hiragino Sans"/>
              </a:rPr>
              <a:t>03</a:t>
            </a:r>
          </a:p>
        </p:txBody>
      </p:sp>
      <p:sp>
        <p:nvSpPr>
          <p:cNvPr id="29" name="p8-made-text-2">
            <a:extLst xmlns:a="http://schemas.openxmlformats.org/drawingml/2006/main">
              <a:ext uri="{FF2B5EF4-FFF2-40B4-BE49-F238E27FC236}">
                <a16:creationId xmlns:a16="http://schemas.microsoft.com/office/drawing/2014/main" id="{7D0AF76C-98CA-4B7B-B52B-D4405DAEBD6C}"/>
              </a:ext>
            </a:extLst>
          </p:cNvPr>
          <p:cNvSpPr>
            <a:spLocks xmlns:a="http://schemas.openxmlformats.org/drawingml/2006/main" noGrp="1"/>
          </p:cNvSpPr>
          <p:nvPr/>
        </p:nvSpPr>
        <p:spPr>
          <a:xfrm xmlns:a="http://schemas.openxmlformats.org/drawingml/2006/main">
            <a:off x="7486650" y="373380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撮影ルール・黒板項目</a:t>
            </a:r>
          </a:p>
        </p:txBody>
      </p:sp>
      <p:sp>
        <p:nvSpPr>
          <p:cNvPr id="30" name="p8-made-num-3">
            <a:extLst xmlns:a="http://schemas.openxmlformats.org/drawingml/2006/main">
              <a:ext uri="{FF2B5EF4-FFF2-40B4-BE49-F238E27FC236}">
                <a16:creationId xmlns:a16="http://schemas.microsoft.com/office/drawing/2014/main" id="{3447D3D7-3BCB-4CFA-957D-474195478B10}"/>
              </a:ext>
            </a:extLst>
          </p:cNvPr>
          <p:cNvSpPr>
            <a:spLocks xmlns:a="http://schemas.openxmlformats.org/drawingml/2006/main" noGrp="1"/>
          </p:cNvSpPr>
          <p:nvPr/>
        </p:nvSpPr>
        <p:spPr>
          <a:xfrm xmlns:a="http://schemas.openxmlformats.org/drawingml/2006/main">
            <a:off x="7029450" y="41814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315B75"/>
                </a:solidFill>
                <a:latin typeface="Hiragino Sans"/>
                <a:ea typeface="Hiragino Sans"/>
                <a:cs typeface="Hiragino Sans"/>
              </a:defRPr>
            </a:pPr>
            <a:r>
              <a:rPr sz="825" b="1">
                <a:solidFill>
                  <a:srgbClr val="315B75"/>
                </a:solidFill>
                <a:latin typeface="Hiragino Sans"/>
                <a:ea typeface="Hiragino Sans"/>
                <a:cs typeface="Hiragino Sans"/>
              </a:rPr>
              <a:t>04</a:t>
            </a:r>
          </a:p>
        </p:txBody>
      </p:sp>
      <p:sp>
        <p:nvSpPr>
          <p:cNvPr id="31" name="p8-made-text-3">
            <a:extLst xmlns:a="http://schemas.openxmlformats.org/drawingml/2006/main">
              <a:ext uri="{FF2B5EF4-FFF2-40B4-BE49-F238E27FC236}">
                <a16:creationId xmlns:a16="http://schemas.microsoft.com/office/drawing/2014/main" id="{606B2379-A600-4B13-A269-4DBFAE18B5C7}"/>
              </a:ext>
            </a:extLst>
          </p:cNvPr>
          <p:cNvSpPr>
            <a:spLocks xmlns:a="http://schemas.openxmlformats.org/drawingml/2006/main" noGrp="1"/>
          </p:cNvSpPr>
          <p:nvPr/>
        </p:nvSpPr>
        <p:spPr>
          <a:xfrm xmlns:a="http://schemas.openxmlformats.org/drawingml/2006/main">
            <a:off x="7486650" y="4143375"/>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確認・差し戻しの担当</a:t>
            </a:r>
          </a:p>
        </p:txBody>
      </p:sp>
      <p:sp>
        <p:nvSpPr>
          <p:cNvPr id="32" name="p8-made-num-4">
            <a:extLst xmlns:a="http://schemas.openxmlformats.org/drawingml/2006/main">
              <a:ext uri="{FF2B5EF4-FFF2-40B4-BE49-F238E27FC236}">
                <a16:creationId xmlns:a16="http://schemas.microsoft.com/office/drawing/2014/main" id="{BF056B31-7111-433E-9683-26315EBFA9C3}"/>
              </a:ext>
            </a:extLst>
          </p:cNvPr>
          <p:cNvSpPr>
            <a:spLocks xmlns:a="http://schemas.openxmlformats.org/drawingml/2006/main" noGrp="1"/>
          </p:cNvSpPr>
          <p:nvPr/>
        </p:nvSpPr>
        <p:spPr>
          <a:xfrm xmlns:a="http://schemas.openxmlformats.org/drawingml/2006/main">
            <a:off x="7029450" y="45910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315B75"/>
                </a:solidFill>
                <a:latin typeface="Hiragino Sans"/>
                <a:ea typeface="Hiragino Sans"/>
                <a:cs typeface="Hiragino Sans"/>
              </a:defRPr>
            </a:pPr>
            <a:r>
              <a:rPr sz="825" b="1">
                <a:solidFill>
                  <a:srgbClr val="315B75"/>
                </a:solidFill>
                <a:latin typeface="Hiragino Sans"/>
                <a:ea typeface="Hiragino Sans"/>
                <a:cs typeface="Hiragino Sans"/>
              </a:rPr>
              <a:t>05</a:t>
            </a:r>
          </a:p>
        </p:txBody>
      </p:sp>
      <p:sp>
        <p:nvSpPr>
          <p:cNvPr id="33" name="p8-made-text-4">
            <a:extLst xmlns:a="http://schemas.openxmlformats.org/drawingml/2006/main">
              <a:ext uri="{FF2B5EF4-FFF2-40B4-BE49-F238E27FC236}">
                <a16:creationId xmlns:a16="http://schemas.microsoft.com/office/drawing/2014/main" id="{8A8B87E6-B658-43C9-9804-8D250B1A095E}"/>
              </a:ext>
            </a:extLst>
          </p:cNvPr>
          <p:cNvSpPr>
            <a:spLocks xmlns:a="http://schemas.openxmlformats.org/drawingml/2006/main" noGrp="1"/>
          </p:cNvSpPr>
          <p:nvPr/>
        </p:nvSpPr>
        <p:spPr>
          <a:xfrm xmlns:a="http://schemas.openxmlformats.org/drawingml/2006/main">
            <a:off x="7486650" y="455295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0B1F33"/>
                </a:solidFill>
                <a:latin typeface="Hiragino Sans"/>
                <a:ea typeface="Hiragino Sans"/>
                <a:cs typeface="Hiragino Sans"/>
              </a:defRPr>
            </a:pPr>
            <a:r>
              <a:rPr sz="1125" b="0">
                <a:solidFill>
                  <a:srgbClr val="0B1F33"/>
                </a:solidFill>
                <a:latin typeface="Hiragino Sans"/>
                <a:ea typeface="Hiragino Sans"/>
                <a:cs typeface="Hiragino Sans"/>
              </a:rPr>
              <a:t>完了判定の具体例</a:t>
            </a:r>
          </a:p>
        </p:txBody>
      </p:sp>
      <p:sp>
        <p:nvSpPr>
          <p:cNvPr id="34" name="p8-disclosure">
            <a:extLst xmlns:a="http://schemas.openxmlformats.org/drawingml/2006/main">
              <a:ext uri="{FF2B5EF4-FFF2-40B4-BE49-F238E27FC236}">
                <a16:creationId xmlns:a16="http://schemas.microsoft.com/office/drawing/2014/main" id="{D642B7D5-9B03-438C-A381-0EB455BDC6C4}"/>
              </a:ext>
            </a:extLst>
          </p:cNvPr>
          <p:cNvSpPr>
            <a:spLocks xmlns:a="http://schemas.openxmlformats.org/drawingml/2006/main" noGrp="1"/>
          </p:cNvSpPr>
          <p:nvPr/>
        </p:nvSpPr>
        <p:spPr>
          <a:xfrm xmlns:a="http://schemas.openxmlformats.org/drawingml/2006/main">
            <a:off x="6724650" y="5562600"/>
            <a:ext cx="424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75" b="0">
                <a:solidFill>
                  <a:srgbClr val="66717D"/>
                </a:solidFill>
                <a:latin typeface="Hiragino Sans"/>
                <a:ea typeface="Hiragino Sans"/>
                <a:cs typeface="Hiragino Sans"/>
              </a:defRPr>
            </a:pPr>
            <a:r>
              <a:rPr sz="975" b="0">
                <a:solidFill>
                  <a:srgbClr val="66717D"/>
                </a:solidFill>
                <a:latin typeface="Hiragino Sans"/>
                <a:ea typeface="Hiragino Sans"/>
                <a:cs typeface="Hiragino Sans"/>
              </a:rPr>
              <a:t>自主制作のため、建設業務の専門監修・導入実績・効果数値は含みません。</a:t>
            </a:r>
          </a:p>
        </p:txBody>
      </p:sp>
    </p:spTree>
    <p:extLst>
      <p:ext uri="{BB962C8B-B14F-4D97-AF65-F5344CB8AC3E}">
        <p14:creationId xmlns:p14="http://schemas.microsoft.com/office/powerpoint/2010/main" val="20099749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PowerPoint-compatible PPTX exporter</Application>
  <PresentationFormat>Converted Presentation</PresentationFormat>
  <Slides>0</Slides>
  <Notes>0</Notes>
  <HiddenSlides>0</HiddenSlides>
  <SharedDoc>false</SharedDoc>
  <DocSecurity>0</DocSecurity>
  <Company/>
</Properties>
</file>

<file path=docProps/core.xml><?xml version="1.0" encoding="utf-8"?>
<cp:coreProperties xmlns:cp="http://schemas.openxmlformats.org/package/2006/metadata/core-properties" xmlns:dc="http://purl.org/dc/elements/1.1/" xmlns:dcterms="http://purl.org/dc/terms/" xmlns:xsi="http://www.w3.org/2001/XMLSchema-instance">
  <dc:creator>Portfolio sample</dc:creator>
  <cp:lastModifiedBy>Portfolio sample</cp:lastModifiedBy>
  <dc:title>工事写真の登録・確認フロー提案資料</dc:title>
  <dcterms:created xsi:type="dcterms:W3CDTF">2026-08-12T02:52:31.7250000Z</dcterms:created>
  <dcterms:modified xsi:type="dcterms:W3CDTF">2026-08-12T02:52:31.7250000Z</dcterms:modified>
  <dc:subject>工事写真の登録から完了確認までを扱う自主制作提案</dc:subject>
  <cp:category>Portfolio sample</cp:category>
  <cp:keywords>自主制作,PowerPoint,建設,工事写真,業務フロー,提案資料</cp:keywords>
  <dc:description>工事写真の登録・確認・差し戻し・完了確認を題材にした自主制作ポートフォリオ。実案件・専門監修・導入実績ではありません。</dc:description>
</cp:coreProperties>
</file>